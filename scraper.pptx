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22476F-39E9-46D9-8D43-8A24AC9B307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s-CL"/>
        </a:p>
      </dgm:t>
    </dgm:pt>
    <dgm:pt modelId="{A4612F20-0586-4A1B-BE83-D2EF6C51C916}">
      <dgm:prSet phldrT="[Texto]" phldr="0"/>
      <dgm:spPr/>
      <dgm:t>
        <a:bodyPr/>
        <a:lstStyle/>
        <a:p>
          <a:r>
            <a:rPr lang="es-MX" dirty="0"/>
            <a:t>Scraper</a:t>
          </a:r>
          <a:endParaRPr lang="es-CL" dirty="0"/>
        </a:p>
      </dgm:t>
    </dgm:pt>
    <dgm:pt modelId="{AFDC71CD-13E6-41E5-97A1-86103EA6D5F3}" type="parTrans" cxnId="{DE63441C-7E66-4282-A439-97AFA13EAFF6}">
      <dgm:prSet/>
      <dgm:spPr/>
      <dgm:t>
        <a:bodyPr/>
        <a:lstStyle/>
        <a:p>
          <a:endParaRPr lang="es-CL"/>
        </a:p>
      </dgm:t>
    </dgm:pt>
    <dgm:pt modelId="{D8E1110E-C2A1-4D7A-8A02-5FBB21EFD0D5}" type="sibTrans" cxnId="{DE63441C-7E66-4282-A439-97AFA13EAFF6}">
      <dgm:prSet/>
      <dgm:spPr/>
      <dgm:t>
        <a:bodyPr/>
        <a:lstStyle/>
        <a:p>
          <a:endParaRPr lang="es-CL"/>
        </a:p>
      </dgm:t>
    </dgm:pt>
    <dgm:pt modelId="{0B9F4486-7075-4015-81FF-CAE8721387D5}">
      <dgm:prSet phldrT="[Texto]" phldr="0"/>
      <dgm:spPr/>
      <dgm:t>
        <a:bodyPr/>
        <a:lstStyle/>
        <a:p>
          <a:r>
            <a:rPr lang="es-MX" dirty="0"/>
            <a:t>URL Semilla</a:t>
          </a:r>
          <a:endParaRPr lang="es-CL" dirty="0"/>
        </a:p>
      </dgm:t>
    </dgm:pt>
    <dgm:pt modelId="{E17E4A12-9FBC-4DEC-A9B4-975489EBE384}" type="parTrans" cxnId="{75F616F9-A148-460E-ABB3-531AFFC44995}">
      <dgm:prSet/>
      <dgm:spPr/>
      <dgm:t>
        <a:bodyPr/>
        <a:lstStyle/>
        <a:p>
          <a:endParaRPr lang="es-CL"/>
        </a:p>
      </dgm:t>
    </dgm:pt>
    <dgm:pt modelId="{0F9A5BCF-153E-414D-BF8D-8B1E91C0A136}" type="sibTrans" cxnId="{75F616F9-A148-460E-ABB3-531AFFC44995}">
      <dgm:prSet/>
      <dgm:spPr/>
      <dgm:t>
        <a:bodyPr/>
        <a:lstStyle/>
        <a:p>
          <a:endParaRPr lang="es-CL"/>
        </a:p>
      </dgm:t>
    </dgm:pt>
    <dgm:pt modelId="{1DC782FC-7F60-4A52-A470-D4F7784EC63E}">
      <dgm:prSet phldrT="[Texto]" phldr="0"/>
      <dgm:spPr/>
      <dgm:t>
        <a:bodyPr/>
        <a:lstStyle/>
        <a:p>
          <a:r>
            <a:rPr lang="es-MX" dirty="0" err="1"/>
            <a:t>Parseo</a:t>
          </a:r>
          <a:r>
            <a:rPr lang="es-MX" dirty="0"/>
            <a:t> (</a:t>
          </a:r>
          <a:r>
            <a:rPr lang="es-MX" dirty="0" err="1"/>
            <a:t>BeautifulSoup</a:t>
          </a:r>
          <a:r>
            <a:rPr lang="es-MX" dirty="0"/>
            <a:t>)</a:t>
          </a:r>
          <a:endParaRPr lang="es-CL" dirty="0"/>
        </a:p>
      </dgm:t>
    </dgm:pt>
    <dgm:pt modelId="{F01A8940-61B7-4BAB-9480-E548462F3CC8}" type="parTrans" cxnId="{55DEC915-7B4B-42A3-B395-3E52080033DD}">
      <dgm:prSet/>
      <dgm:spPr/>
      <dgm:t>
        <a:bodyPr/>
        <a:lstStyle/>
        <a:p>
          <a:endParaRPr lang="es-CL"/>
        </a:p>
      </dgm:t>
    </dgm:pt>
    <dgm:pt modelId="{4DAF271F-9E6B-4482-9A3A-87374B797AEA}" type="sibTrans" cxnId="{55DEC915-7B4B-42A3-B395-3E52080033DD}">
      <dgm:prSet/>
      <dgm:spPr/>
      <dgm:t>
        <a:bodyPr/>
        <a:lstStyle/>
        <a:p>
          <a:endParaRPr lang="es-CL"/>
        </a:p>
      </dgm:t>
    </dgm:pt>
    <dgm:pt modelId="{C0FC0216-28F4-403E-BBDE-7A7D1D781F42}">
      <dgm:prSet phldrT="[Texto]" phldr="0"/>
      <dgm:spPr/>
      <dgm:t>
        <a:bodyPr/>
        <a:lstStyle/>
        <a:p>
          <a:r>
            <a:rPr lang="es-MX" dirty="0"/>
            <a:t>Extraer enlaces</a:t>
          </a:r>
          <a:endParaRPr lang="es-CL" dirty="0"/>
        </a:p>
      </dgm:t>
    </dgm:pt>
    <dgm:pt modelId="{D931B3D0-A459-43C9-BF51-6B779D896CFF}" type="parTrans" cxnId="{4BBEA09D-6D68-4451-958F-10CBB833234D}">
      <dgm:prSet/>
      <dgm:spPr/>
      <dgm:t>
        <a:bodyPr/>
        <a:lstStyle/>
        <a:p>
          <a:endParaRPr lang="es-CL"/>
        </a:p>
      </dgm:t>
    </dgm:pt>
    <dgm:pt modelId="{BE2622C8-7231-478E-A9B5-B17BB65F7643}" type="sibTrans" cxnId="{4BBEA09D-6D68-4451-958F-10CBB833234D}">
      <dgm:prSet/>
      <dgm:spPr/>
      <dgm:t>
        <a:bodyPr/>
        <a:lstStyle/>
        <a:p>
          <a:endParaRPr lang="es-CL"/>
        </a:p>
      </dgm:t>
    </dgm:pt>
    <dgm:pt modelId="{1D580F97-7600-402C-9680-F201ECC334ED}">
      <dgm:prSet phldrT="[Texto]" phldr="0"/>
      <dgm:spPr/>
      <dgm:t>
        <a:bodyPr/>
        <a:lstStyle/>
        <a:p>
          <a:r>
            <a:rPr lang="es-MX" dirty="0"/>
            <a:t>Solicitud (</a:t>
          </a:r>
          <a:r>
            <a:rPr lang="es-MX" dirty="0" err="1"/>
            <a:t>requests</a:t>
          </a:r>
          <a:r>
            <a:rPr lang="es-MX" dirty="0"/>
            <a:t>)</a:t>
          </a:r>
          <a:endParaRPr lang="es-CL" dirty="0"/>
        </a:p>
      </dgm:t>
    </dgm:pt>
    <dgm:pt modelId="{5194E187-1A11-4A0B-A743-D2B1260CF85F}" type="parTrans" cxnId="{C99D2324-BDF4-42E4-B0D5-C8845170CDB6}">
      <dgm:prSet/>
      <dgm:spPr/>
      <dgm:t>
        <a:bodyPr/>
        <a:lstStyle/>
        <a:p>
          <a:endParaRPr lang="es-CL"/>
        </a:p>
      </dgm:t>
    </dgm:pt>
    <dgm:pt modelId="{3B9253A3-1E2B-41BB-BCF9-4EF496604F3D}" type="sibTrans" cxnId="{C99D2324-BDF4-42E4-B0D5-C8845170CDB6}">
      <dgm:prSet/>
      <dgm:spPr/>
      <dgm:t>
        <a:bodyPr/>
        <a:lstStyle/>
        <a:p>
          <a:endParaRPr lang="es-CL"/>
        </a:p>
      </dgm:t>
    </dgm:pt>
    <dgm:pt modelId="{C3D54469-BD78-41D9-B081-3C7C36E57909}">
      <dgm:prSet phldrT="[Texto]" phldr="0"/>
      <dgm:spPr/>
      <dgm:t>
        <a:bodyPr/>
        <a:lstStyle/>
        <a:p>
          <a:r>
            <a:rPr lang="es-MX"/>
            <a:t>Filtrar enlaces</a:t>
          </a:r>
          <a:endParaRPr lang="es-CL" dirty="0"/>
        </a:p>
      </dgm:t>
    </dgm:pt>
    <dgm:pt modelId="{A3D49AF4-94B3-4915-AD3E-82FA6B40124E}" type="parTrans" cxnId="{C7D98CF6-4D2B-40E8-A373-099334871F18}">
      <dgm:prSet/>
      <dgm:spPr/>
      <dgm:t>
        <a:bodyPr/>
        <a:lstStyle/>
        <a:p>
          <a:endParaRPr lang="es-CL"/>
        </a:p>
      </dgm:t>
    </dgm:pt>
    <dgm:pt modelId="{8A9B4A8E-C417-46B4-B461-EDB6A2472846}" type="sibTrans" cxnId="{C7D98CF6-4D2B-40E8-A373-099334871F18}">
      <dgm:prSet/>
      <dgm:spPr/>
      <dgm:t>
        <a:bodyPr/>
        <a:lstStyle/>
        <a:p>
          <a:endParaRPr lang="es-CL"/>
        </a:p>
      </dgm:t>
    </dgm:pt>
    <dgm:pt modelId="{E9FA118F-073C-4152-95CE-3775C9D9315F}">
      <dgm:prSet phldrT="[Texto]" phldr="0"/>
      <dgm:spPr/>
      <dgm:t>
        <a:bodyPr/>
        <a:lstStyle/>
        <a:p>
          <a:r>
            <a:rPr lang="es-MX"/>
            <a:t>Entrar a cada pagina</a:t>
          </a:r>
          <a:endParaRPr lang="es-CL" dirty="0"/>
        </a:p>
      </dgm:t>
    </dgm:pt>
    <dgm:pt modelId="{B740D1C2-2122-4950-AB67-BB74795F1C71}" type="parTrans" cxnId="{10CAE80C-0134-4839-A310-CFCB4EC3BC64}">
      <dgm:prSet/>
      <dgm:spPr/>
      <dgm:t>
        <a:bodyPr/>
        <a:lstStyle/>
        <a:p>
          <a:endParaRPr lang="es-CL"/>
        </a:p>
      </dgm:t>
    </dgm:pt>
    <dgm:pt modelId="{56D8021F-2276-48C0-B719-B134E45A5A10}" type="sibTrans" cxnId="{10CAE80C-0134-4839-A310-CFCB4EC3BC64}">
      <dgm:prSet/>
      <dgm:spPr/>
      <dgm:t>
        <a:bodyPr/>
        <a:lstStyle/>
        <a:p>
          <a:endParaRPr lang="es-CL"/>
        </a:p>
      </dgm:t>
    </dgm:pt>
    <dgm:pt modelId="{31A59EF1-F3E8-4D8B-BEF5-9491849C5AFA}">
      <dgm:prSet phldrT="[Texto]" phldr="0"/>
      <dgm:spPr/>
      <dgm:t>
        <a:bodyPr/>
        <a:lstStyle/>
        <a:p>
          <a:r>
            <a:rPr lang="es-MX"/>
            <a:t>Extraer datos</a:t>
          </a:r>
          <a:endParaRPr lang="es-CL" dirty="0"/>
        </a:p>
      </dgm:t>
    </dgm:pt>
    <dgm:pt modelId="{1CB828C7-3201-4422-850C-FF2239D6FF62}" type="parTrans" cxnId="{7D72D0AF-088C-4BAB-BC60-37C308E823BA}">
      <dgm:prSet/>
      <dgm:spPr/>
      <dgm:t>
        <a:bodyPr/>
        <a:lstStyle/>
        <a:p>
          <a:endParaRPr lang="es-CL"/>
        </a:p>
      </dgm:t>
    </dgm:pt>
    <dgm:pt modelId="{C6DEBC31-B865-4473-8A04-B81FF347DB59}" type="sibTrans" cxnId="{7D72D0AF-088C-4BAB-BC60-37C308E823BA}">
      <dgm:prSet/>
      <dgm:spPr/>
      <dgm:t>
        <a:bodyPr/>
        <a:lstStyle/>
        <a:p>
          <a:endParaRPr lang="es-CL"/>
        </a:p>
      </dgm:t>
    </dgm:pt>
    <dgm:pt modelId="{5B40F896-E2C6-4431-A19E-F77B34CD446E}">
      <dgm:prSet phldrT="[Texto]" phldr="0"/>
      <dgm:spPr/>
      <dgm:t>
        <a:bodyPr/>
        <a:lstStyle/>
        <a:p>
          <a:r>
            <a:rPr lang="es-MX"/>
            <a:t>Limpiar datos</a:t>
          </a:r>
          <a:endParaRPr lang="es-CL" dirty="0"/>
        </a:p>
      </dgm:t>
    </dgm:pt>
    <dgm:pt modelId="{6E455496-2716-466B-9743-C8F7ECD7FFC4}" type="parTrans" cxnId="{E4B9B460-F773-436C-9632-958B0A58AC74}">
      <dgm:prSet/>
      <dgm:spPr/>
      <dgm:t>
        <a:bodyPr/>
        <a:lstStyle/>
        <a:p>
          <a:endParaRPr lang="es-CL"/>
        </a:p>
      </dgm:t>
    </dgm:pt>
    <dgm:pt modelId="{AE55E3C5-2DF7-4BB1-8699-33A54AE8552A}" type="sibTrans" cxnId="{E4B9B460-F773-436C-9632-958B0A58AC74}">
      <dgm:prSet/>
      <dgm:spPr/>
      <dgm:t>
        <a:bodyPr/>
        <a:lstStyle/>
        <a:p>
          <a:endParaRPr lang="es-CL"/>
        </a:p>
      </dgm:t>
    </dgm:pt>
    <dgm:pt modelId="{80F1D207-B641-4088-8474-14EAAE745847}">
      <dgm:prSet phldrT="[Texto]" phldr="0"/>
      <dgm:spPr/>
      <dgm:t>
        <a:bodyPr/>
        <a:lstStyle/>
        <a:p>
          <a:r>
            <a:rPr lang="es-MX"/>
            <a:t>Guardar (CSV/BD)</a:t>
          </a:r>
          <a:endParaRPr lang="es-CL" dirty="0"/>
        </a:p>
      </dgm:t>
    </dgm:pt>
    <dgm:pt modelId="{5023B19C-A3ED-40E1-9C55-123CBA47795C}" type="parTrans" cxnId="{47E839A8-8F95-4023-B6E5-C4BE06F0EAFD}">
      <dgm:prSet/>
      <dgm:spPr/>
      <dgm:t>
        <a:bodyPr/>
        <a:lstStyle/>
        <a:p>
          <a:endParaRPr lang="es-CL"/>
        </a:p>
      </dgm:t>
    </dgm:pt>
    <dgm:pt modelId="{B8AF07D7-D9BD-44CF-80C0-6F3DDF5B7E59}" type="sibTrans" cxnId="{47E839A8-8F95-4023-B6E5-C4BE06F0EAFD}">
      <dgm:prSet/>
      <dgm:spPr/>
      <dgm:t>
        <a:bodyPr/>
        <a:lstStyle/>
        <a:p>
          <a:endParaRPr lang="es-CL"/>
        </a:p>
      </dgm:t>
    </dgm:pt>
    <dgm:pt modelId="{70FA10D7-66D6-48FC-B866-CB8B2C67922D}">
      <dgm:prSet phldrT="[Texto]" phldr="0"/>
      <dgm:spPr/>
      <dgm:t>
        <a:bodyPr/>
        <a:lstStyle/>
        <a:p>
          <a:r>
            <a:rPr lang="es-MX"/>
            <a:t>log</a:t>
          </a:r>
          <a:endParaRPr lang="es-CL" dirty="0"/>
        </a:p>
      </dgm:t>
    </dgm:pt>
    <dgm:pt modelId="{86441330-6627-43B3-A35E-24E28573ECD5}" type="parTrans" cxnId="{AE069EED-CFB0-42C9-B34C-C53D74579A3B}">
      <dgm:prSet/>
      <dgm:spPr/>
      <dgm:t>
        <a:bodyPr/>
        <a:lstStyle/>
        <a:p>
          <a:endParaRPr lang="es-CL"/>
        </a:p>
      </dgm:t>
    </dgm:pt>
    <dgm:pt modelId="{B776D6E9-4BDA-49E4-BF83-627FA3C63C52}" type="sibTrans" cxnId="{AE069EED-CFB0-42C9-B34C-C53D74579A3B}">
      <dgm:prSet/>
      <dgm:spPr/>
      <dgm:t>
        <a:bodyPr/>
        <a:lstStyle/>
        <a:p>
          <a:endParaRPr lang="es-CL"/>
        </a:p>
      </dgm:t>
    </dgm:pt>
    <dgm:pt modelId="{6EF23178-4108-4AC1-A320-A6AEEFF04EF5}" type="pres">
      <dgm:prSet presAssocID="{FB22476F-39E9-46D9-8D43-8A24AC9B307F}" presName="vert0" presStyleCnt="0">
        <dgm:presLayoutVars>
          <dgm:dir/>
          <dgm:animOne val="branch"/>
          <dgm:animLvl val="lvl"/>
        </dgm:presLayoutVars>
      </dgm:prSet>
      <dgm:spPr/>
    </dgm:pt>
    <dgm:pt modelId="{2888B8B7-BDFF-444F-8CF6-3F454B4FF817}" type="pres">
      <dgm:prSet presAssocID="{A4612F20-0586-4A1B-BE83-D2EF6C51C916}" presName="thickLine" presStyleLbl="alignNode1" presStyleIdx="0" presStyleCnt="1"/>
      <dgm:spPr/>
    </dgm:pt>
    <dgm:pt modelId="{01DDC64E-C5A6-4FA8-A873-523B40AF3BF9}" type="pres">
      <dgm:prSet presAssocID="{A4612F20-0586-4A1B-BE83-D2EF6C51C916}" presName="horz1" presStyleCnt="0"/>
      <dgm:spPr/>
    </dgm:pt>
    <dgm:pt modelId="{9BCBA503-516C-4EC7-A84F-580EE758CDD6}" type="pres">
      <dgm:prSet presAssocID="{A4612F20-0586-4A1B-BE83-D2EF6C51C916}" presName="tx1" presStyleLbl="revTx" presStyleIdx="0" presStyleCnt="11"/>
      <dgm:spPr/>
    </dgm:pt>
    <dgm:pt modelId="{11AB2844-345F-4A33-8688-7AA669B3F3B5}" type="pres">
      <dgm:prSet presAssocID="{A4612F20-0586-4A1B-BE83-D2EF6C51C916}" presName="vert1" presStyleCnt="0"/>
      <dgm:spPr/>
    </dgm:pt>
    <dgm:pt modelId="{3839E97A-DF1A-4DF7-99DD-C232BA9D92CF}" type="pres">
      <dgm:prSet presAssocID="{0B9F4486-7075-4015-81FF-CAE8721387D5}" presName="vertSpace2a" presStyleCnt="0"/>
      <dgm:spPr/>
    </dgm:pt>
    <dgm:pt modelId="{EAFE10E7-BB41-4F41-AF22-A788B31063D5}" type="pres">
      <dgm:prSet presAssocID="{0B9F4486-7075-4015-81FF-CAE8721387D5}" presName="horz2" presStyleCnt="0"/>
      <dgm:spPr/>
    </dgm:pt>
    <dgm:pt modelId="{B30EDDD1-BD12-4E75-96C6-6AEAA6F0646E}" type="pres">
      <dgm:prSet presAssocID="{0B9F4486-7075-4015-81FF-CAE8721387D5}" presName="horzSpace2" presStyleCnt="0"/>
      <dgm:spPr/>
    </dgm:pt>
    <dgm:pt modelId="{39CF5692-BA6A-40BE-82AC-B1ABAEF4739F}" type="pres">
      <dgm:prSet presAssocID="{0B9F4486-7075-4015-81FF-CAE8721387D5}" presName="tx2" presStyleLbl="revTx" presStyleIdx="1" presStyleCnt="11"/>
      <dgm:spPr/>
    </dgm:pt>
    <dgm:pt modelId="{FEDEC57D-A414-41D5-B0F8-43D7C33009AE}" type="pres">
      <dgm:prSet presAssocID="{0B9F4486-7075-4015-81FF-CAE8721387D5}" presName="vert2" presStyleCnt="0"/>
      <dgm:spPr/>
    </dgm:pt>
    <dgm:pt modelId="{1E8CA642-DCDE-4DC6-99D8-CF9B7B38EA82}" type="pres">
      <dgm:prSet presAssocID="{0B9F4486-7075-4015-81FF-CAE8721387D5}" presName="thinLine2b" presStyleLbl="callout" presStyleIdx="0" presStyleCnt="10"/>
      <dgm:spPr/>
    </dgm:pt>
    <dgm:pt modelId="{72EC4CE9-0E59-4384-A043-C8BE10989426}" type="pres">
      <dgm:prSet presAssocID="{0B9F4486-7075-4015-81FF-CAE8721387D5}" presName="vertSpace2b" presStyleCnt="0"/>
      <dgm:spPr/>
    </dgm:pt>
    <dgm:pt modelId="{B28A274C-527E-4D8C-AA12-53669F23B22C}" type="pres">
      <dgm:prSet presAssocID="{1D580F97-7600-402C-9680-F201ECC334ED}" presName="horz2" presStyleCnt="0"/>
      <dgm:spPr/>
    </dgm:pt>
    <dgm:pt modelId="{3AE984FC-FA5E-4315-AD78-9AF61AB25ACD}" type="pres">
      <dgm:prSet presAssocID="{1D580F97-7600-402C-9680-F201ECC334ED}" presName="horzSpace2" presStyleCnt="0"/>
      <dgm:spPr/>
    </dgm:pt>
    <dgm:pt modelId="{0550D46F-013F-4380-9CDD-BF05195D935F}" type="pres">
      <dgm:prSet presAssocID="{1D580F97-7600-402C-9680-F201ECC334ED}" presName="tx2" presStyleLbl="revTx" presStyleIdx="2" presStyleCnt="11"/>
      <dgm:spPr/>
    </dgm:pt>
    <dgm:pt modelId="{F924FE67-837A-4869-9673-DFD4438C1A62}" type="pres">
      <dgm:prSet presAssocID="{1D580F97-7600-402C-9680-F201ECC334ED}" presName="vert2" presStyleCnt="0"/>
      <dgm:spPr/>
    </dgm:pt>
    <dgm:pt modelId="{A7388398-843A-422B-8750-86A129666AAD}" type="pres">
      <dgm:prSet presAssocID="{1D580F97-7600-402C-9680-F201ECC334ED}" presName="thinLine2b" presStyleLbl="callout" presStyleIdx="1" presStyleCnt="10"/>
      <dgm:spPr/>
    </dgm:pt>
    <dgm:pt modelId="{C61ABF14-9B43-42BE-933C-C74CA7A9F0CE}" type="pres">
      <dgm:prSet presAssocID="{1D580F97-7600-402C-9680-F201ECC334ED}" presName="vertSpace2b" presStyleCnt="0"/>
      <dgm:spPr/>
    </dgm:pt>
    <dgm:pt modelId="{C31EDB75-A691-48B7-B41B-9311AE9E5D01}" type="pres">
      <dgm:prSet presAssocID="{1DC782FC-7F60-4A52-A470-D4F7784EC63E}" presName="horz2" presStyleCnt="0"/>
      <dgm:spPr/>
    </dgm:pt>
    <dgm:pt modelId="{3082CFDD-5EF3-4EAF-A62F-18A09DD28002}" type="pres">
      <dgm:prSet presAssocID="{1DC782FC-7F60-4A52-A470-D4F7784EC63E}" presName="horzSpace2" presStyleCnt="0"/>
      <dgm:spPr/>
    </dgm:pt>
    <dgm:pt modelId="{2C3A6208-9C93-42AB-9992-19425A33CF92}" type="pres">
      <dgm:prSet presAssocID="{1DC782FC-7F60-4A52-A470-D4F7784EC63E}" presName="tx2" presStyleLbl="revTx" presStyleIdx="3" presStyleCnt="11"/>
      <dgm:spPr/>
    </dgm:pt>
    <dgm:pt modelId="{1991C182-78ED-4B08-9AFE-3DCE1226180F}" type="pres">
      <dgm:prSet presAssocID="{1DC782FC-7F60-4A52-A470-D4F7784EC63E}" presName="vert2" presStyleCnt="0"/>
      <dgm:spPr/>
    </dgm:pt>
    <dgm:pt modelId="{0FC82EFC-6BCF-449A-905C-A015AAE5F84F}" type="pres">
      <dgm:prSet presAssocID="{1DC782FC-7F60-4A52-A470-D4F7784EC63E}" presName="thinLine2b" presStyleLbl="callout" presStyleIdx="2" presStyleCnt="10"/>
      <dgm:spPr/>
    </dgm:pt>
    <dgm:pt modelId="{55E2B9E1-4C9C-43FD-A123-1A99DC2FECDC}" type="pres">
      <dgm:prSet presAssocID="{1DC782FC-7F60-4A52-A470-D4F7784EC63E}" presName="vertSpace2b" presStyleCnt="0"/>
      <dgm:spPr/>
    </dgm:pt>
    <dgm:pt modelId="{F916E863-FCBF-4818-AB59-3E08A193F2A4}" type="pres">
      <dgm:prSet presAssocID="{C0FC0216-28F4-403E-BBDE-7A7D1D781F42}" presName="horz2" presStyleCnt="0"/>
      <dgm:spPr/>
    </dgm:pt>
    <dgm:pt modelId="{18FD13F5-D820-46FA-A2CF-7C76B179CD91}" type="pres">
      <dgm:prSet presAssocID="{C0FC0216-28F4-403E-BBDE-7A7D1D781F42}" presName="horzSpace2" presStyleCnt="0"/>
      <dgm:spPr/>
    </dgm:pt>
    <dgm:pt modelId="{AF69D2E8-E2AC-4A70-9FA2-4353C0B62B42}" type="pres">
      <dgm:prSet presAssocID="{C0FC0216-28F4-403E-BBDE-7A7D1D781F42}" presName="tx2" presStyleLbl="revTx" presStyleIdx="4" presStyleCnt="11"/>
      <dgm:spPr/>
    </dgm:pt>
    <dgm:pt modelId="{3747CE57-0BD1-4AC3-AFEF-7C8F7367DC37}" type="pres">
      <dgm:prSet presAssocID="{C0FC0216-28F4-403E-BBDE-7A7D1D781F42}" presName="vert2" presStyleCnt="0"/>
      <dgm:spPr/>
    </dgm:pt>
    <dgm:pt modelId="{F5442377-1DF1-4AF2-977D-199919973DB9}" type="pres">
      <dgm:prSet presAssocID="{C0FC0216-28F4-403E-BBDE-7A7D1D781F42}" presName="thinLine2b" presStyleLbl="callout" presStyleIdx="3" presStyleCnt="10"/>
      <dgm:spPr/>
    </dgm:pt>
    <dgm:pt modelId="{6F3B9650-EBEF-4833-AB9E-55ECC91CF8BA}" type="pres">
      <dgm:prSet presAssocID="{C0FC0216-28F4-403E-BBDE-7A7D1D781F42}" presName="vertSpace2b" presStyleCnt="0"/>
      <dgm:spPr/>
    </dgm:pt>
    <dgm:pt modelId="{2BBC1C45-938E-4B20-A6A0-1632CDACA238}" type="pres">
      <dgm:prSet presAssocID="{C3D54469-BD78-41D9-B081-3C7C36E57909}" presName="horz2" presStyleCnt="0"/>
      <dgm:spPr/>
    </dgm:pt>
    <dgm:pt modelId="{629CA63F-3D88-4AA3-8F5C-2DB00227526A}" type="pres">
      <dgm:prSet presAssocID="{C3D54469-BD78-41D9-B081-3C7C36E57909}" presName="horzSpace2" presStyleCnt="0"/>
      <dgm:spPr/>
    </dgm:pt>
    <dgm:pt modelId="{F02A9F05-9EE7-41D7-B2AE-151AB6718E6A}" type="pres">
      <dgm:prSet presAssocID="{C3D54469-BD78-41D9-B081-3C7C36E57909}" presName="tx2" presStyleLbl="revTx" presStyleIdx="5" presStyleCnt="11"/>
      <dgm:spPr/>
    </dgm:pt>
    <dgm:pt modelId="{29F7385C-DAAB-4BE4-91E6-644F5B21DF5B}" type="pres">
      <dgm:prSet presAssocID="{C3D54469-BD78-41D9-B081-3C7C36E57909}" presName="vert2" presStyleCnt="0"/>
      <dgm:spPr/>
    </dgm:pt>
    <dgm:pt modelId="{F3EC554E-34AE-4FAD-BBE3-5A9FD969CEDD}" type="pres">
      <dgm:prSet presAssocID="{C3D54469-BD78-41D9-B081-3C7C36E57909}" presName="thinLine2b" presStyleLbl="callout" presStyleIdx="4" presStyleCnt="10"/>
      <dgm:spPr/>
    </dgm:pt>
    <dgm:pt modelId="{F2D15321-ACE2-4B45-B93E-356AC2687A47}" type="pres">
      <dgm:prSet presAssocID="{C3D54469-BD78-41D9-B081-3C7C36E57909}" presName="vertSpace2b" presStyleCnt="0"/>
      <dgm:spPr/>
    </dgm:pt>
    <dgm:pt modelId="{8C6210C2-A3AA-42FC-B726-6022266E327D}" type="pres">
      <dgm:prSet presAssocID="{E9FA118F-073C-4152-95CE-3775C9D9315F}" presName="horz2" presStyleCnt="0"/>
      <dgm:spPr/>
    </dgm:pt>
    <dgm:pt modelId="{D635E683-D814-4D22-9443-EF0BB4F0F859}" type="pres">
      <dgm:prSet presAssocID="{E9FA118F-073C-4152-95CE-3775C9D9315F}" presName="horzSpace2" presStyleCnt="0"/>
      <dgm:spPr/>
    </dgm:pt>
    <dgm:pt modelId="{B442F832-7934-4617-BC42-E0507CE99C8B}" type="pres">
      <dgm:prSet presAssocID="{E9FA118F-073C-4152-95CE-3775C9D9315F}" presName="tx2" presStyleLbl="revTx" presStyleIdx="6" presStyleCnt="11"/>
      <dgm:spPr/>
    </dgm:pt>
    <dgm:pt modelId="{825851AA-A5BD-4033-8B60-0AB5C14F15B5}" type="pres">
      <dgm:prSet presAssocID="{E9FA118F-073C-4152-95CE-3775C9D9315F}" presName="vert2" presStyleCnt="0"/>
      <dgm:spPr/>
    </dgm:pt>
    <dgm:pt modelId="{11159FD5-93DB-43F7-9C15-2B110E58126C}" type="pres">
      <dgm:prSet presAssocID="{E9FA118F-073C-4152-95CE-3775C9D9315F}" presName="thinLine2b" presStyleLbl="callout" presStyleIdx="5" presStyleCnt="10"/>
      <dgm:spPr/>
    </dgm:pt>
    <dgm:pt modelId="{D26EA155-4C14-49D9-8091-D261FB7014D5}" type="pres">
      <dgm:prSet presAssocID="{E9FA118F-073C-4152-95CE-3775C9D9315F}" presName="vertSpace2b" presStyleCnt="0"/>
      <dgm:spPr/>
    </dgm:pt>
    <dgm:pt modelId="{91E908C1-7908-443F-875B-F142410DFAB6}" type="pres">
      <dgm:prSet presAssocID="{31A59EF1-F3E8-4D8B-BEF5-9491849C5AFA}" presName="horz2" presStyleCnt="0"/>
      <dgm:spPr/>
    </dgm:pt>
    <dgm:pt modelId="{A4413840-F97E-41F5-8FC0-CA0ECF70DEA5}" type="pres">
      <dgm:prSet presAssocID="{31A59EF1-F3E8-4D8B-BEF5-9491849C5AFA}" presName="horzSpace2" presStyleCnt="0"/>
      <dgm:spPr/>
    </dgm:pt>
    <dgm:pt modelId="{71F10D12-AA0D-469C-82DF-85DCF581771D}" type="pres">
      <dgm:prSet presAssocID="{31A59EF1-F3E8-4D8B-BEF5-9491849C5AFA}" presName="tx2" presStyleLbl="revTx" presStyleIdx="7" presStyleCnt="11"/>
      <dgm:spPr/>
    </dgm:pt>
    <dgm:pt modelId="{6A58832A-C084-4443-8F1E-9AD77AEE20A3}" type="pres">
      <dgm:prSet presAssocID="{31A59EF1-F3E8-4D8B-BEF5-9491849C5AFA}" presName="vert2" presStyleCnt="0"/>
      <dgm:spPr/>
    </dgm:pt>
    <dgm:pt modelId="{F222D780-5277-466B-8457-15978C6E888B}" type="pres">
      <dgm:prSet presAssocID="{31A59EF1-F3E8-4D8B-BEF5-9491849C5AFA}" presName="thinLine2b" presStyleLbl="callout" presStyleIdx="6" presStyleCnt="10"/>
      <dgm:spPr/>
    </dgm:pt>
    <dgm:pt modelId="{D31386A6-343C-4592-9CE4-6B3608A8967D}" type="pres">
      <dgm:prSet presAssocID="{31A59EF1-F3E8-4D8B-BEF5-9491849C5AFA}" presName="vertSpace2b" presStyleCnt="0"/>
      <dgm:spPr/>
    </dgm:pt>
    <dgm:pt modelId="{701DB4FA-4E3E-4ACF-A29E-2651DA9E390E}" type="pres">
      <dgm:prSet presAssocID="{5B40F896-E2C6-4431-A19E-F77B34CD446E}" presName="horz2" presStyleCnt="0"/>
      <dgm:spPr/>
    </dgm:pt>
    <dgm:pt modelId="{6F2C2FBD-B227-44AD-B0F2-E61871EE00FB}" type="pres">
      <dgm:prSet presAssocID="{5B40F896-E2C6-4431-A19E-F77B34CD446E}" presName="horzSpace2" presStyleCnt="0"/>
      <dgm:spPr/>
    </dgm:pt>
    <dgm:pt modelId="{4C8BF47D-78E3-48ED-B0A8-3AFA8CA9E95F}" type="pres">
      <dgm:prSet presAssocID="{5B40F896-E2C6-4431-A19E-F77B34CD446E}" presName="tx2" presStyleLbl="revTx" presStyleIdx="8" presStyleCnt="11"/>
      <dgm:spPr/>
    </dgm:pt>
    <dgm:pt modelId="{9C302DBF-6057-48A0-9E27-86736DBB65DC}" type="pres">
      <dgm:prSet presAssocID="{5B40F896-E2C6-4431-A19E-F77B34CD446E}" presName="vert2" presStyleCnt="0"/>
      <dgm:spPr/>
    </dgm:pt>
    <dgm:pt modelId="{2ABC2CD4-396C-4A43-A173-5D56FFC86D61}" type="pres">
      <dgm:prSet presAssocID="{5B40F896-E2C6-4431-A19E-F77B34CD446E}" presName="thinLine2b" presStyleLbl="callout" presStyleIdx="7" presStyleCnt="10"/>
      <dgm:spPr/>
    </dgm:pt>
    <dgm:pt modelId="{19B3D00E-4373-40FD-8D68-E33B5F03EFB3}" type="pres">
      <dgm:prSet presAssocID="{5B40F896-E2C6-4431-A19E-F77B34CD446E}" presName="vertSpace2b" presStyleCnt="0"/>
      <dgm:spPr/>
    </dgm:pt>
    <dgm:pt modelId="{7B356712-EF46-4D87-9E5C-718EEABEA230}" type="pres">
      <dgm:prSet presAssocID="{80F1D207-B641-4088-8474-14EAAE745847}" presName="horz2" presStyleCnt="0"/>
      <dgm:spPr/>
    </dgm:pt>
    <dgm:pt modelId="{FC96C65B-F156-4461-BE4E-5376A723B9C7}" type="pres">
      <dgm:prSet presAssocID="{80F1D207-B641-4088-8474-14EAAE745847}" presName="horzSpace2" presStyleCnt="0"/>
      <dgm:spPr/>
    </dgm:pt>
    <dgm:pt modelId="{F086C018-DBDF-4D70-B252-CD424569EF1F}" type="pres">
      <dgm:prSet presAssocID="{80F1D207-B641-4088-8474-14EAAE745847}" presName="tx2" presStyleLbl="revTx" presStyleIdx="9" presStyleCnt="11"/>
      <dgm:spPr/>
    </dgm:pt>
    <dgm:pt modelId="{174DA0A6-E9AA-40D1-806A-5606A1505C6D}" type="pres">
      <dgm:prSet presAssocID="{80F1D207-B641-4088-8474-14EAAE745847}" presName="vert2" presStyleCnt="0"/>
      <dgm:spPr/>
    </dgm:pt>
    <dgm:pt modelId="{E414E473-2F3E-4BED-9084-34F8C9B3AB5E}" type="pres">
      <dgm:prSet presAssocID="{80F1D207-B641-4088-8474-14EAAE745847}" presName="thinLine2b" presStyleLbl="callout" presStyleIdx="8" presStyleCnt="10"/>
      <dgm:spPr/>
    </dgm:pt>
    <dgm:pt modelId="{C445142E-9A51-4F0B-9628-7A35C096A9C6}" type="pres">
      <dgm:prSet presAssocID="{80F1D207-B641-4088-8474-14EAAE745847}" presName="vertSpace2b" presStyleCnt="0"/>
      <dgm:spPr/>
    </dgm:pt>
    <dgm:pt modelId="{EBB191E3-103C-48AF-B542-57A3DAE4BB6D}" type="pres">
      <dgm:prSet presAssocID="{70FA10D7-66D6-48FC-B866-CB8B2C67922D}" presName="horz2" presStyleCnt="0"/>
      <dgm:spPr/>
    </dgm:pt>
    <dgm:pt modelId="{195AA479-2E92-4764-B2CB-29E24D458AEF}" type="pres">
      <dgm:prSet presAssocID="{70FA10D7-66D6-48FC-B866-CB8B2C67922D}" presName="horzSpace2" presStyleCnt="0"/>
      <dgm:spPr/>
    </dgm:pt>
    <dgm:pt modelId="{C606FD55-E50B-4C3E-A8BA-B8FAF7D23640}" type="pres">
      <dgm:prSet presAssocID="{70FA10D7-66D6-48FC-B866-CB8B2C67922D}" presName="tx2" presStyleLbl="revTx" presStyleIdx="10" presStyleCnt="11"/>
      <dgm:spPr/>
    </dgm:pt>
    <dgm:pt modelId="{D0CFDF18-84D0-4484-A8EA-A0294CFCF7E8}" type="pres">
      <dgm:prSet presAssocID="{70FA10D7-66D6-48FC-B866-CB8B2C67922D}" presName="vert2" presStyleCnt="0"/>
      <dgm:spPr/>
    </dgm:pt>
    <dgm:pt modelId="{EFD15469-34B1-46E4-A737-73E467066BA2}" type="pres">
      <dgm:prSet presAssocID="{70FA10D7-66D6-48FC-B866-CB8B2C67922D}" presName="thinLine2b" presStyleLbl="callout" presStyleIdx="9" presStyleCnt="10"/>
      <dgm:spPr/>
    </dgm:pt>
    <dgm:pt modelId="{3E028EA3-EB8F-4CCF-B094-2F4B22CC06AD}" type="pres">
      <dgm:prSet presAssocID="{70FA10D7-66D6-48FC-B866-CB8B2C67922D}" presName="vertSpace2b" presStyleCnt="0"/>
      <dgm:spPr/>
    </dgm:pt>
  </dgm:ptLst>
  <dgm:cxnLst>
    <dgm:cxn modelId="{10CAE80C-0134-4839-A310-CFCB4EC3BC64}" srcId="{A4612F20-0586-4A1B-BE83-D2EF6C51C916}" destId="{E9FA118F-073C-4152-95CE-3775C9D9315F}" srcOrd="5" destOrd="0" parTransId="{B740D1C2-2122-4950-AB67-BB74795F1C71}" sibTransId="{56D8021F-2276-48C0-B719-B134E45A5A10}"/>
    <dgm:cxn modelId="{33EA0310-EF30-4872-82DA-D647A4DF8E2E}" type="presOf" srcId="{70FA10D7-66D6-48FC-B866-CB8B2C67922D}" destId="{C606FD55-E50B-4C3E-A8BA-B8FAF7D23640}" srcOrd="0" destOrd="0" presId="urn:microsoft.com/office/officeart/2008/layout/LinedList"/>
    <dgm:cxn modelId="{55DEC915-7B4B-42A3-B395-3E52080033DD}" srcId="{A4612F20-0586-4A1B-BE83-D2EF6C51C916}" destId="{1DC782FC-7F60-4A52-A470-D4F7784EC63E}" srcOrd="2" destOrd="0" parTransId="{F01A8940-61B7-4BAB-9480-E548462F3CC8}" sibTransId="{4DAF271F-9E6B-4482-9A3A-87374B797AEA}"/>
    <dgm:cxn modelId="{DE63441C-7E66-4282-A439-97AFA13EAFF6}" srcId="{FB22476F-39E9-46D9-8D43-8A24AC9B307F}" destId="{A4612F20-0586-4A1B-BE83-D2EF6C51C916}" srcOrd="0" destOrd="0" parTransId="{AFDC71CD-13E6-41E5-97A1-86103EA6D5F3}" sibTransId="{D8E1110E-C2A1-4D7A-8A02-5FBB21EFD0D5}"/>
    <dgm:cxn modelId="{C99D2324-BDF4-42E4-B0D5-C8845170CDB6}" srcId="{A4612F20-0586-4A1B-BE83-D2EF6C51C916}" destId="{1D580F97-7600-402C-9680-F201ECC334ED}" srcOrd="1" destOrd="0" parTransId="{5194E187-1A11-4A0B-A743-D2B1260CF85F}" sibTransId="{3B9253A3-1E2B-41BB-BCF9-4EF496604F3D}"/>
    <dgm:cxn modelId="{D739E927-6652-4EC2-A43A-BC64F96C5230}" type="presOf" srcId="{C3D54469-BD78-41D9-B081-3C7C36E57909}" destId="{F02A9F05-9EE7-41D7-B2AE-151AB6718E6A}" srcOrd="0" destOrd="0" presId="urn:microsoft.com/office/officeart/2008/layout/LinedList"/>
    <dgm:cxn modelId="{8ECC2E3D-0D50-447A-9674-5A11C5E941CE}" type="presOf" srcId="{80F1D207-B641-4088-8474-14EAAE745847}" destId="{F086C018-DBDF-4D70-B252-CD424569EF1F}" srcOrd="0" destOrd="0" presId="urn:microsoft.com/office/officeart/2008/layout/LinedList"/>
    <dgm:cxn modelId="{396FB95D-981C-496D-83CB-8A238E78A983}" type="presOf" srcId="{A4612F20-0586-4A1B-BE83-D2EF6C51C916}" destId="{9BCBA503-516C-4EC7-A84F-580EE758CDD6}" srcOrd="0" destOrd="0" presId="urn:microsoft.com/office/officeart/2008/layout/LinedList"/>
    <dgm:cxn modelId="{E4B9B460-F773-436C-9632-958B0A58AC74}" srcId="{A4612F20-0586-4A1B-BE83-D2EF6C51C916}" destId="{5B40F896-E2C6-4431-A19E-F77B34CD446E}" srcOrd="7" destOrd="0" parTransId="{6E455496-2716-466B-9743-C8F7ECD7FFC4}" sibTransId="{AE55E3C5-2DF7-4BB1-8699-33A54AE8552A}"/>
    <dgm:cxn modelId="{AC6DAB48-6887-47EB-BBE4-CEC1AF61AFF9}" type="presOf" srcId="{1DC782FC-7F60-4A52-A470-D4F7784EC63E}" destId="{2C3A6208-9C93-42AB-9992-19425A33CF92}" srcOrd="0" destOrd="0" presId="urn:microsoft.com/office/officeart/2008/layout/LinedList"/>
    <dgm:cxn modelId="{2CFE1172-AF98-465F-A95E-C95498BC6DBE}" type="presOf" srcId="{1D580F97-7600-402C-9680-F201ECC334ED}" destId="{0550D46F-013F-4380-9CDD-BF05195D935F}" srcOrd="0" destOrd="0" presId="urn:microsoft.com/office/officeart/2008/layout/LinedList"/>
    <dgm:cxn modelId="{DDB7FF7A-C1AF-46B8-8DA2-A23704386DF9}" type="presOf" srcId="{0B9F4486-7075-4015-81FF-CAE8721387D5}" destId="{39CF5692-BA6A-40BE-82AC-B1ABAEF4739F}" srcOrd="0" destOrd="0" presId="urn:microsoft.com/office/officeart/2008/layout/LinedList"/>
    <dgm:cxn modelId="{3291D48F-BE9B-49C1-96E0-D738016F9C32}" type="presOf" srcId="{5B40F896-E2C6-4431-A19E-F77B34CD446E}" destId="{4C8BF47D-78E3-48ED-B0A8-3AFA8CA9E95F}" srcOrd="0" destOrd="0" presId="urn:microsoft.com/office/officeart/2008/layout/LinedList"/>
    <dgm:cxn modelId="{4BBEA09D-6D68-4451-958F-10CBB833234D}" srcId="{A4612F20-0586-4A1B-BE83-D2EF6C51C916}" destId="{C0FC0216-28F4-403E-BBDE-7A7D1D781F42}" srcOrd="3" destOrd="0" parTransId="{D931B3D0-A459-43C9-BF51-6B779D896CFF}" sibTransId="{BE2622C8-7231-478E-A9B5-B17BB65F7643}"/>
    <dgm:cxn modelId="{47E839A8-8F95-4023-B6E5-C4BE06F0EAFD}" srcId="{A4612F20-0586-4A1B-BE83-D2EF6C51C916}" destId="{80F1D207-B641-4088-8474-14EAAE745847}" srcOrd="8" destOrd="0" parTransId="{5023B19C-A3ED-40E1-9C55-123CBA47795C}" sibTransId="{B8AF07D7-D9BD-44CF-80C0-6F3DDF5B7E59}"/>
    <dgm:cxn modelId="{7D72D0AF-088C-4BAB-BC60-37C308E823BA}" srcId="{A4612F20-0586-4A1B-BE83-D2EF6C51C916}" destId="{31A59EF1-F3E8-4D8B-BEF5-9491849C5AFA}" srcOrd="6" destOrd="0" parTransId="{1CB828C7-3201-4422-850C-FF2239D6FF62}" sibTransId="{C6DEBC31-B865-4473-8A04-B81FF347DB59}"/>
    <dgm:cxn modelId="{7C5D4FBC-9BDD-436C-B9F0-91789433E397}" type="presOf" srcId="{E9FA118F-073C-4152-95CE-3775C9D9315F}" destId="{B442F832-7934-4617-BC42-E0507CE99C8B}" srcOrd="0" destOrd="0" presId="urn:microsoft.com/office/officeart/2008/layout/LinedList"/>
    <dgm:cxn modelId="{9EEE6DD6-0754-4CBF-BC21-D4956E9E5D1F}" type="presOf" srcId="{31A59EF1-F3E8-4D8B-BEF5-9491849C5AFA}" destId="{71F10D12-AA0D-469C-82DF-85DCF581771D}" srcOrd="0" destOrd="0" presId="urn:microsoft.com/office/officeart/2008/layout/LinedList"/>
    <dgm:cxn modelId="{353F87E6-E109-4D81-9A95-23B91CB61DD9}" type="presOf" srcId="{C0FC0216-28F4-403E-BBDE-7A7D1D781F42}" destId="{AF69D2E8-E2AC-4A70-9FA2-4353C0B62B42}" srcOrd="0" destOrd="0" presId="urn:microsoft.com/office/officeart/2008/layout/LinedList"/>
    <dgm:cxn modelId="{AE069EED-CFB0-42C9-B34C-C53D74579A3B}" srcId="{A4612F20-0586-4A1B-BE83-D2EF6C51C916}" destId="{70FA10D7-66D6-48FC-B866-CB8B2C67922D}" srcOrd="9" destOrd="0" parTransId="{86441330-6627-43B3-A35E-24E28573ECD5}" sibTransId="{B776D6E9-4BDA-49E4-BF83-627FA3C63C52}"/>
    <dgm:cxn modelId="{4F4071F1-77C3-4BA4-AC72-B8F088156F50}" type="presOf" srcId="{FB22476F-39E9-46D9-8D43-8A24AC9B307F}" destId="{6EF23178-4108-4AC1-A320-A6AEEFF04EF5}" srcOrd="0" destOrd="0" presId="urn:microsoft.com/office/officeart/2008/layout/LinedList"/>
    <dgm:cxn modelId="{C7D98CF6-4D2B-40E8-A373-099334871F18}" srcId="{A4612F20-0586-4A1B-BE83-D2EF6C51C916}" destId="{C3D54469-BD78-41D9-B081-3C7C36E57909}" srcOrd="4" destOrd="0" parTransId="{A3D49AF4-94B3-4915-AD3E-82FA6B40124E}" sibTransId="{8A9B4A8E-C417-46B4-B461-EDB6A2472846}"/>
    <dgm:cxn modelId="{75F616F9-A148-460E-ABB3-531AFFC44995}" srcId="{A4612F20-0586-4A1B-BE83-D2EF6C51C916}" destId="{0B9F4486-7075-4015-81FF-CAE8721387D5}" srcOrd="0" destOrd="0" parTransId="{E17E4A12-9FBC-4DEC-A9B4-975489EBE384}" sibTransId="{0F9A5BCF-153E-414D-BF8D-8B1E91C0A136}"/>
    <dgm:cxn modelId="{29B07EF2-66A8-485F-B725-91EA2E3AB7B9}" type="presParOf" srcId="{6EF23178-4108-4AC1-A320-A6AEEFF04EF5}" destId="{2888B8B7-BDFF-444F-8CF6-3F454B4FF817}" srcOrd="0" destOrd="0" presId="urn:microsoft.com/office/officeart/2008/layout/LinedList"/>
    <dgm:cxn modelId="{78FA14BF-A31C-4919-B2BE-5A85FD1E17E5}" type="presParOf" srcId="{6EF23178-4108-4AC1-A320-A6AEEFF04EF5}" destId="{01DDC64E-C5A6-4FA8-A873-523B40AF3BF9}" srcOrd="1" destOrd="0" presId="urn:microsoft.com/office/officeart/2008/layout/LinedList"/>
    <dgm:cxn modelId="{2F2D0E51-2CFD-477F-BD43-1AAED1826EA5}" type="presParOf" srcId="{01DDC64E-C5A6-4FA8-A873-523B40AF3BF9}" destId="{9BCBA503-516C-4EC7-A84F-580EE758CDD6}" srcOrd="0" destOrd="0" presId="urn:microsoft.com/office/officeart/2008/layout/LinedList"/>
    <dgm:cxn modelId="{0529D1E7-D4CF-4A13-AA78-F37719648534}" type="presParOf" srcId="{01DDC64E-C5A6-4FA8-A873-523B40AF3BF9}" destId="{11AB2844-345F-4A33-8688-7AA669B3F3B5}" srcOrd="1" destOrd="0" presId="urn:microsoft.com/office/officeart/2008/layout/LinedList"/>
    <dgm:cxn modelId="{267F2258-C87D-4318-B854-25B6274ACC98}" type="presParOf" srcId="{11AB2844-345F-4A33-8688-7AA669B3F3B5}" destId="{3839E97A-DF1A-4DF7-99DD-C232BA9D92CF}" srcOrd="0" destOrd="0" presId="urn:microsoft.com/office/officeart/2008/layout/LinedList"/>
    <dgm:cxn modelId="{6C1DDAFD-BBE2-4963-B33B-608896EAC8A7}" type="presParOf" srcId="{11AB2844-345F-4A33-8688-7AA669B3F3B5}" destId="{EAFE10E7-BB41-4F41-AF22-A788B31063D5}" srcOrd="1" destOrd="0" presId="urn:microsoft.com/office/officeart/2008/layout/LinedList"/>
    <dgm:cxn modelId="{39193074-07C7-4F85-AD53-CBFB215A6585}" type="presParOf" srcId="{EAFE10E7-BB41-4F41-AF22-A788B31063D5}" destId="{B30EDDD1-BD12-4E75-96C6-6AEAA6F0646E}" srcOrd="0" destOrd="0" presId="urn:microsoft.com/office/officeart/2008/layout/LinedList"/>
    <dgm:cxn modelId="{5CD85E55-1463-4BCB-91E8-7666AC613D88}" type="presParOf" srcId="{EAFE10E7-BB41-4F41-AF22-A788B31063D5}" destId="{39CF5692-BA6A-40BE-82AC-B1ABAEF4739F}" srcOrd="1" destOrd="0" presId="urn:microsoft.com/office/officeart/2008/layout/LinedList"/>
    <dgm:cxn modelId="{1FAC8647-A5B4-4649-9A2A-471F4FA7B567}" type="presParOf" srcId="{EAFE10E7-BB41-4F41-AF22-A788B31063D5}" destId="{FEDEC57D-A414-41D5-B0F8-43D7C33009AE}" srcOrd="2" destOrd="0" presId="urn:microsoft.com/office/officeart/2008/layout/LinedList"/>
    <dgm:cxn modelId="{95A29EF0-0CE6-42A6-8206-2ED52259ED93}" type="presParOf" srcId="{11AB2844-345F-4A33-8688-7AA669B3F3B5}" destId="{1E8CA642-DCDE-4DC6-99D8-CF9B7B38EA82}" srcOrd="2" destOrd="0" presId="urn:microsoft.com/office/officeart/2008/layout/LinedList"/>
    <dgm:cxn modelId="{C314FC5F-F4B4-478B-BEB1-F8537C42E344}" type="presParOf" srcId="{11AB2844-345F-4A33-8688-7AA669B3F3B5}" destId="{72EC4CE9-0E59-4384-A043-C8BE10989426}" srcOrd="3" destOrd="0" presId="urn:microsoft.com/office/officeart/2008/layout/LinedList"/>
    <dgm:cxn modelId="{526A0CC7-335D-4DBF-BC5D-9E2EFEB7D8C8}" type="presParOf" srcId="{11AB2844-345F-4A33-8688-7AA669B3F3B5}" destId="{B28A274C-527E-4D8C-AA12-53669F23B22C}" srcOrd="4" destOrd="0" presId="urn:microsoft.com/office/officeart/2008/layout/LinedList"/>
    <dgm:cxn modelId="{D5D72F4A-6FCA-4022-9051-3942EA47F97A}" type="presParOf" srcId="{B28A274C-527E-4D8C-AA12-53669F23B22C}" destId="{3AE984FC-FA5E-4315-AD78-9AF61AB25ACD}" srcOrd="0" destOrd="0" presId="urn:microsoft.com/office/officeart/2008/layout/LinedList"/>
    <dgm:cxn modelId="{62E2B700-74CA-49C6-86A0-1E33FED9C7C0}" type="presParOf" srcId="{B28A274C-527E-4D8C-AA12-53669F23B22C}" destId="{0550D46F-013F-4380-9CDD-BF05195D935F}" srcOrd="1" destOrd="0" presId="urn:microsoft.com/office/officeart/2008/layout/LinedList"/>
    <dgm:cxn modelId="{9350B66B-2DD7-46A1-B329-0F37217D235E}" type="presParOf" srcId="{B28A274C-527E-4D8C-AA12-53669F23B22C}" destId="{F924FE67-837A-4869-9673-DFD4438C1A62}" srcOrd="2" destOrd="0" presId="urn:microsoft.com/office/officeart/2008/layout/LinedList"/>
    <dgm:cxn modelId="{12CA64D8-6A4F-4380-B839-39E05618D8CE}" type="presParOf" srcId="{11AB2844-345F-4A33-8688-7AA669B3F3B5}" destId="{A7388398-843A-422B-8750-86A129666AAD}" srcOrd="5" destOrd="0" presId="urn:microsoft.com/office/officeart/2008/layout/LinedList"/>
    <dgm:cxn modelId="{9A65077B-F1FF-4D47-8C2E-1EBE227CA1CA}" type="presParOf" srcId="{11AB2844-345F-4A33-8688-7AA669B3F3B5}" destId="{C61ABF14-9B43-42BE-933C-C74CA7A9F0CE}" srcOrd="6" destOrd="0" presId="urn:microsoft.com/office/officeart/2008/layout/LinedList"/>
    <dgm:cxn modelId="{FD06D525-66E6-447F-8941-5D0AB8F84970}" type="presParOf" srcId="{11AB2844-345F-4A33-8688-7AA669B3F3B5}" destId="{C31EDB75-A691-48B7-B41B-9311AE9E5D01}" srcOrd="7" destOrd="0" presId="urn:microsoft.com/office/officeart/2008/layout/LinedList"/>
    <dgm:cxn modelId="{2BE98E60-23CC-4C3A-8140-FC2F6DB5DF41}" type="presParOf" srcId="{C31EDB75-A691-48B7-B41B-9311AE9E5D01}" destId="{3082CFDD-5EF3-4EAF-A62F-18A09DD28002}" srcOrd="0" destOrd="0" presId="urn:microsoft.com/office/officeart/2008/layout/LinedList"/>
    <dgm:cxn modelId="{2FF6EE03-108C-4694-A62C-5D76F124B320}" type="presParOf" srcId="{C31EDB75-A691-48B7-B41B-9311AE9E5D01}" destId="{2C3A6208-9C93-42AB-9992-19425A33CF92}" srcOrd="1" destOrd="0" presId="urn:microsoft.com/office/officeart/2008/layout/LinedList"/>
    <dgm:cxn modelId="{F4AD098E-179F-4178-878B-BCA76DE34B63}" type="presParOf" srcId="{C31EDB75-A691-48B7-B41B-9311AE9E5D01}" destId="{1991C182-78ED-4B08-9AFE-3DCE1226180F}" srcOrd="2" destOrd="0" presId="urn:microsoft.com/office/officeart/2008/layout/LinedList"/>
    <dgm:cxn modelId="{EA94CE56-3301-4758-B7F2-344DCBB6B7BF}" type="presParOf" srcId="{11AB2844-345F-4A33-8688-7AA669B3F3B5}" destId="{0FC82EFC-6BCF-449A-905C-A015AAE5F84F}" srcOrd="8" destOrd="0" presId="urn:microsoft.com/office/officeart/2008/layout/LinedList"/>
    <dgm:cxn modelId="{759D4E23-CBB6-4B5C-B1BA-39561494F4E8}" type="presParOf" srcId="{11AB2844-345F-4A33-8688-7AA669B3F3B5}" destId="{55E2B9E1-4C9C-43FD-A123-1A99DC2FECDC}" srcOrd="9" destOrd="0" presId="urn:microsoft.com/office/officeart/2008/layout/LinedList"/>
    <dgm:cxn modelId="{71547F68-D041-429A-B1B0-37F1B2B578F1}" type="presParOf" srcId="{11AB2844-345F-4A33-8688-7AA669B3F3B5}" destId="{F916E863-FCBF-4818-AB59-3E08A193F2A4}" srcOrd="10" destOrd="0" presId="urn:microsoft.com/office/officeart/2008/layout/LinedList"/>
    <dgm:cxn modelId="{0D42F3CA-4F1F-4912-8908-FE4254F03C6D}" type="presParOf" srcId="{F916E863-FCBF-4818-AB59-3E08A193F2A4}" destId="{18FD13F5-D820-46FA-A2CF-7C76B179CD91}" srcOrd="0" destOrd="0" presId="urn:microsoft.com/office/officeart/2008/layout/LinedList"/>
    <dgm:cxn modelId="{E609A917-4C9D-476F-80A5-1173014D5B4F}" type="presParOf" srcId="{F916E863-FCBF-4818-AB59-3E08A193F2A4}" destId="{AF69D2E8-E2AC-4A70-9FA2-4353C0B62B42}" srcOrd="1" destOrd="0" presId="urn:microsoft.com/office/officeart/2008/layout/LinedList"/>
    <dgm:cxn modelId="{8C0FF5A2-5450-453F-8C12-E7CBBBC0E685}" type="presParOf" srcId="{F916E863-FCBF-4818-AB59-3E08A193F2A4}" destId="{3747CE57-0BD1-4AC3-AFEF-7C8F7367DC37}" srcOrd="2" destOrd="0" presId="urn:microsoft.com/office/officeart/2008/layout/LinedList"/>
    <dgm:cxn modelId="{8CF68D1A-B4EC-4E95-85C5-A37D1D00AC20}" type="presParOf" srcId="{11AB2844-345F-4A33-8688-7AA669B3F3B5}" destId="{F5442377-1DF1-4AF2-977D-199919973DB9}" srcOrd="11" destOrd="0" presId="urn:microsoft.com/office/officeart/2008/layout/LinedList"/>
    <dgm:cxn modelId="{176D9120-8D0B-46AF-A031-015BEAB7FF15}" type="presParOf" srcId="{11AB2844-345F-4A33-8688-7AA669B3F3B5}" destId="{6F3B9650-EBEF-4833-AB9E-55ECC91CF8BA}" srcOrd="12" destOrd="0" presId="urn:microsoft.com/office/officeart/2008/layout/LinedList"/>
    <dgm:cxn modelId="{D8BB2528-D914-40F7-9DA6-4ADC7BBA2B44}" type="presParOf" srcId="{11AB2844-345F-4A33-8688-7AA669B3F3B5}" destId="{2BBC1C45-938E-4B20-A6A0-1632CDACA238}" srcOrd="13" destOrd="0" presId="urn:microsoft.com/office/officeart/2008/layout/LinedList"/>
    <dgm:cxn modelId="{DE9612B2-36D1-4099-BACE-F6622AE43BC4}" type="presParOf" srcId="{2BBC1C45-938E-4B20-A6A0-1632CDACA238}" destId="{629CA63F-3D88-4AA3-8F5C-2DB00227526A}" srcOrd="0" destOrd="0" presId="urn:microsoft.com/office/officeart/2008/layout/LinedList"/>
    <dgm:cxn modelId="{3AC19BFC-77A1-4616-BC99-6BEE3277639C}" type="presParOf" srcId="{2BBC1C45-938E-4B20-A6A0-1632CDACA238}" destId="{F02A9F05-9EE7-41D7-B2AE-151AB6718E6A}" srcOrd="1" destOrd="0" presId="urn:microsoft.com/office/officeart/2008/layout/LinedList"/>
    <dgm:cxn modelId="{85D208E1-2028-4F6D-854C-A16B581CBD3E}" type="presParOf" srcId="{2BBC1C45-938E-4B20-A6A0-1632CDACA238}" destId="{29F7385C-DAAB-4BE4-91E6-644F5B21DF5B}" srcOrd="2" destOrd="0" presId="urn:microsoft.com/office/officeart/2008/layout/LinedList"/>
    <dgm:cxn modelId="{27139B62-DC02-447F-887D-10485BF14DD4}" type="presParOf" srcId="{11AB2844-345F-4A33-8688-7AA669B3F3B5}" destId="{F3EC554E-34AE-4FAD-BBE3-5A9FD969CEDD}" srcOrd="14" destOrd="0" presId="urn:microsoft.com/office/officeart/2008/layout/LinedList"/>
    <dgm:cxn modelId="{A1171083-6B99-46D6-BBEE-913F92F10963}" type="presParOf" srcId="{11AB2844-345F-4A33-8688-7AA669B3F3B5}" destId="{F2D15321-ACE2-4B45-B93E-356AC2687A47}" srcOrd="15" destOrd="0" presId="urn:microsoft.com/office/officeart/2008/layout/LinedList"/>
    <dgm:cxn modelId="{810ABA5D-A505-49E5-A564-623A9C7AB51D}" type="presParOf" srcId="{11AB2844-345F-4A33-8688-7AA669B3F3B5}" destId="{8C6210C2-A3AA-42FC-B726-6022266E327D}" srcOrd="16" destOrd="0" presId="urn:microsoft.com/office/officeart/2008/layout/LinedList"/>
    <dgm:cxn modelId="{51A9F9E2-2EDC-4E1A-8B9A-F304977DEE08}" type="presParOf" srcId="{8C6210C2-A3AA-42FC-B726-6022266E327D}" destId="{D635E683-D814-4D22-9443-EF0BB4F0F859}" srcOrd="0" destOrd="0" presId="urn:microsoft.com/office/officeart/2008/layout/LinedList"/>
    <dgm:cxn modelId="{4D4E3993-0F6C-4A78-8E2F-4EC1BAABE3BB}" type="presParOf" srcId="{8C6210C2-A3AA-42FC-B726-6022266E327D}" destId="{B442F832-7934-4617-BC42-E0507CE99C8B}" srcOrd="1" destOrd="0" presId="urn:microsoft.com/office/officeart/2008/layout/LinedList"/>
    <dgm:cxn modelId="{531E4C46-0D05-410B-9E70-308E08806D8D}" type="presParOf" srcId="{8C6210C2-A3AA-42FC-B726-6022266E327D}" destId="{825851AA-A5BD-4033-8B60-0AB5C14F15B5}" srcOrd="2" destOrd="0" presId="urn:microsoft.com/office/officeart/2008/layout/LinedList"/>
    <dgm:cxn modelId="{BF92705E-100A-4F2E-995E-4E4B55D6B253}" type="presParOf" srcId="{11AB2844-345F-4A33-8688-7AA669B3F3B5}" destId="{11159FD5-93DB-43F7-9C15-2B110E58126C}" srcOrd="17" destOrd="0" presId="urn:microsoft.com/office/officeart/2008/layout/LinedList"/>
    <dgm:cxn modelId="{C3D67A8A-6829-4B93-9EDB-5471192207BE}" type="presParOf" srcId="{11AB2844-345F-4A33-8688-7AA669B3F3B5}" destId="{D26EA155-4C14-49D9-8091-D261FB7014D5}" srcOrd="18" destOrd="0" presId="urn:microsoft.com/office/officeart/2008/layout/LinedList"/>
    <dgm:cxn modelId="{0649E68B-803D-4A98-ADD4-51F615194AC7}" type="presParOf" srcId="{11AB2844-345F-4A33-8688-7AA669B3F3B5}" destId="{91E908C1-7908-443F-875B-F142410DFAB6}" srcOrd="19" destOrd="0" presId="urn:microsoft.com/office/officeart/2008/layout/LinedList"/>
    <dgm:cxn modelId="{9B692E83-B000-432D-9643-55878E532DBC}" type="presParOf" srcId="{91E908C1-7908-443F-875B-F142410DFAB6}" destId="{A4413840-F97E-41F5-8FC0-CA0ECF70DEA5}" srcOrd="0" destOrd="0" presId="urn:microsoft.com/office/officeart/2008/layout/LinedList"/>
    <dgm:cxn modelId="{F4E0A5BF-F704-443E-99DB-ED1018C6EF78}" type="presParOf" srcId="{91E908C1-7908-443F-875B-F142410DFAB6}" destId="{71F10D12-AA0D-469C-82DF-85DCF581771D}" srcOrd="1" destOrd="0" presId="urn:microsoft.com/office/officeart/2008/layout/LinedList"/>
    <dgm:cxn modelId="{DF400BAA-7616-4FCC-85AD-3BBEA03E5EAC}" type="presParOf" srcId="{91E908C1-7908-443F-875B-F142410DFAB6}" destId="{6A58832A-C084-4443-8F1E-9AD77AEE20A3}" srcOrd="2" destOrd="0" presId="urn:microsoft.com/office/officeart/2008/layout/LinedList"/>
    <dgm:cxn modelId="{C6EDB210-9245-42DB-83A5-DAAA7B6F0EDB}" type="presParOf" srcId="{11AB2844-345F-4A33-8688-7AA669B3F3B5}" destId="{F222D780-5277-466B-8457-15978C6E888B}" srcOrd="20" destOrd="0" presId="urn:microsoft.com/office/officeart/2008/layout/LinedList"/>
    <dgm:cxn modelId="{2120EBB9-7DB1-4296-85BD-411C7AF07204}" type="presParOf" srcId="{11AB2844-345F-4A33-8688-7AA669B3F3B5}" destId="{D31386A6-343C-4592-9CE4-6B3608A8967D}" srcOrd="21" destOrd="0" presId="urn:microsoft.com/office/officeart/2008/layout/LinedList"/>
    <dgm:cxn modelId="{1F86D90B-6EF1-4607-AB37-C4032CC497CF}" type="presParOf" srcId="{11AB2844-345F-4A33-8688-7AA669B3F3B5}" destId="{701DB4FA-4E3E-4ACF-A29E-2651DA9E390E}" srcOrd="22" destOrd="0" presId="urn:microsoft.com/office/officeart/2008/layout/LinedList"/>
    <dgm:cxn modelId="{D2FEC0F2-4707-4284-AC01-044B97DD735C}" type="presParOf" srcId="{701DB4FA-4E3E-4ACF-A29E-2651DA9E390E}" destId="{6F2C2FBD-B227-44AD-B0F2-E61871EE00FB}" srcOrd="0" destOrd="0" presId="urn:microsoft.com/office/officeart/2008/layout/LinedList"/>
    <dgm:cxn modelId="{C638A61D-FE9B-44CC-80BD-8B69C4E6BDE3}" type="presParOf" srcId="{701DB4FA-4E3E-4ACF-A29E-2651DA9E390E}" destId="{4C8BF47D-78E3-48ED-B0A8-3AFA8CA9E95F}" srcOrd="1" destOrd="0" presId="urn:microsoft.com/office/officeart/2008/layout/LinedList"/>
    <dgm:cxn modelId="{1D96BE5C-5C63-40AD-8938-F202F066A720}" type="presParOf" srcId="{701DB4FA-4E3E-4ACF-A29E-2651DA9E390E}" destId="{9C302DBF-6057-48A0-9E27-86736DBB65DC}" srcOrd="2" destOrd="0" presId="urn:microsoft.com/office/officeart/2008/layout/LinedList"/>
    <dgm:cxn modelId="{FD6F6E2F-C073-4100-97AF-21016237D96E}" type="presParOf" srcId="{11AB2844-345F-4A33-8688-7AA669B3F3B5}" destId="{2ABC2CD4-396C-4A43-A173-5D56FFC86D61}" srcOrd="23" destOrd="0" presId="urn:microsoft.com/office/officeart/2008/layout/LinedList"/>
    <dgm:cxn modelId="{9F068D13-CCB5-4A3B-95D4-790F8DB39784}" type="presParOf" srcId="{11AB2844-345F-4A33-8688-7AA669B3F3B5}" destId="{19B3D00E-4373-40FD-8D68-E33B5F03EFB3}" srcOrd="24" destOrd="0" presId="urn:microsoft.com/office/officeart/2008/layout/LinedList"/>
    <dgm:cxn modelId="{800B2678-AAA3-408E-810E-4880A9235FC8}" type="presParOf" srcId="{11AB2844-345F-4A33-8688-7AA669B3F3B5}" destId="{7B356712-EF46-4D87-9E5C-718EEABEA230}" srcOrd="25" destOrd="0" presId="urn:microsoft.com/office/officeart/2008/layout/LinedList"/>
    <dgm:cxn modelId="{664B780C-F229-451C-8309-98CFAC5D0022}" type="presParOf" srcId="{7B356712-EF46-4D87-9E5C-718EEABEA230}" destId="{FC96C65B-F156-4461-BE4E-5376A723B9C7}" srcOrd="0" destOrd="0" presId="urn:microsoft.com/office/officeart/2008/layout/LinedList"/>
    <dgm:cxn modelId="{DA5C21F6-4491-4170-B2B7-51D0572CDB74}" type="presParOf" srcId="{7B356712-EF46-4D87-9E5C-718EEABEA230}" destId="{F086C018-DBDF-4D70-B252-CD424569EF1F}" srcOrd="1" destOrd="0" presId="urn:microsoft.com/office/officeart/2008/layout/LinedList"/>
    <dgm:cxn modelId="{3E00E5D7-4830-46DA-A640-E0F425E4953A}" type="presParOf" srcId="{7B356712-EF46-4D87-9E5C-718EEABEA230}" destId="{174DA0A6-E9AA-40D1-806A-5606A1505C6D}" srcOrd="2" destOrd="0" presId="urn:microsoft.com/office/officeart/2008/layout/LinedList"/>
    <dgm:cxn modelId="{56DE2557-D783-447F-BDA3-5CAB274ECBF4}" type="presParOf" srcId="{11AB2844-345F-4A33-8688-7AA669B3F3B5}" destId="{E414E473-2F3E-4BED-9084-34F8C9B3AB5E}" srcOrd="26" destOrd="0" presId="urn:microsoft.com/office/officeart/2008/layout/LinedList"/>
    <dgm:cxn modelId="{6444E8E9-2D81-49E2-BE54-7D7C3606EDE0}" type="presParOf" srcId="{11AB2844-345F-4A33-8688-7AA669B3F3B5}" destId="{C445142E-9A51-4F0B-9628-7A35C096A9C6}" srcOrd="27" destOrd="0" presId="urn:microsoft.com/office/officeart/2008/layout/LinedList"/>
    <dgm:cxn modelId="{73D936AC-DA65-4507-8EF9-C302504A5A20}" type="presParOf" srcId="{11AB2844-345F-4A33-8688-7AA669B3F3B5}" destId="{EBB191E3-103C-48AF-B542-57A3DAE4BB6D}" srcOrd="28" destOrd="0" presId="urn:microsoft.com/office/officeart/2008/layout/LinedList"/>
    <dgm:cxn modelId="{C243AC63-4E50-4140-A0DC-3D8623D42989}" type="presParOf" srcId="{EBB191E3-103C-48AF-B542-57A3DAE4BB6D}" destId="{195AA479-2E92-4764-B2CB-29E24D458AEF}" srcOrd="0" destOrd="0" presId="urn:microsoft.com/office/officeart/2008/layout/LinedList"/>
    <dgm:cxn modelId="{569EE45C-54C1-4A1B-B9BE-ECE1835BFAC3}" type="presParOf" srcId="{EBB191E3-103C-48AF-B542-57A3DAE4BB6D}" destId="{C606FD55-E50B-4C3E-A8BA-B8FAF7D23640}" srcOrd="1" destOrd="0" presId="urn:microsoft.com/office/officeart/2008/layout/LinedList"/>
    <dgm:cxn modelId="{F7F63052-F284-4163-B641-A83CB543DBA0}" type="presParOf" srcId="{EBB191E3-103C-48AF-B542-57A3DAE4BB6D}" destId="{D0CFDF18-84D0-4484-A8EA-A0294CFCF7E8}" srcOrd="2" destOrd="0" presId="urn:microsoft.com/office/officeart/2008/layout/LinedList"/>
    <dgm:cxn modelId="{B843E107-22B6-4B0F-A69A-17D0A8077C4C}" type="presParOf" srcId="{11AB2844-345F-4A33-8688-7AA669B3F3B5}" destId="{EFD15469-34B1-46E4-A737-73E467066BA2}" srcOrd="29" destOrd="0" presId="urn:microsoft.com/office/officeart/2008/layout/LinedList"/>
    <dgm:cxn modelId="{FDD65AAF-BC0B-4C38-AFF1-7774836445E5}" type="presParOf" srcId="{11AB2844-345F-4A33-8688-7AA669B3F3B5}" destId="{3E028EA3-EB8F-4CCF-B094-2F4B22CC06AD}" srcOrd="30"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8B8B7-BDFF-444F-8CF6-3F454B4FF817}">
      <dsp:nvSpPr>
        <dsp:cNvPr id="0" name=""/>
        <dsp:cNvSpPr/>
      </dsp:nvSpPr>
      <dsp:spPr>
        <a:xfrm>
          <a:off x="0" y="0"/>
          <a:ext cx="9906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CBA503-516C-4EC7-A84F-580EE758CDD6}">
      <dsp:nvSpPr>
        <dsp:cNvPr id="0" name=""/>
        <dsp:cNvSpPr/>
      </dsp:nvSpPr>
      <dsp:spPr>
        <a:xfrm>
          <a:off x="0" y="0"/>
          <a:ext cx="1981200" cy="3541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s-MX" sz="4100" kern="1200" dirty="0"/>
            <a:t>Scraper</a:t>
          </a:r>
          <a:endParaRPr lang="es-CL" sz="4100" kern="1200" dirty="0"/>
        </a:p>
      </dsp:txBody>
      <dsp:txXfrm>
        <a:off x="0" y="0"/>
        <a:ext cx="1981200" cy="3541712"/>
      </dsp:txXfrm>
    </dsp:sp>
    <dsp:sp modelId="{39CF5692-BA6A-40BE-82AC-B1ABAEF4739F}">
      <dsp:nvSpPr>
        <dsp:cNvPr id="0" name=""/>
        <dsp:cNvSpPr/>
      </dsp:nvSpPr>
      <dsp:spPr>
        <a:xfrm>
          <a:off x="2129790" y="16774"/>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URL Semilla</a:t>
          </a:r>
          <a:endParaRPr lang="es-CL" sz="1600" kern="1200" dirty="0"/>
        </a:p>
      </dsp:txBody>
      <dsp:txXfrm>
        <a:off x="2129790" y="16774"/>
        <a:ext cx="7776210" cy="335494"/>
      </dsp:txXfrm>
    </dsp:sp>
    <dsp:sp modelId="{1E8CA642-DCDE-4DC6-99D8-CF9B7B38EA82}">
      <dsp:nvSpPr>
        <dsp:cNvPr id="0" name=""/>
        <dsp:cNvSpPr/>
      </dsp:nvSpPr>
      <dsp:spPr>
        <a:xfrm>
          <a:off x="1981200" y="352268"/>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50D46F-013F-4380-9CDD-BF05195D935F}">
      <dsp:nvSpPr>
        <dsp:cNvPr id="0" name=""/>
        <dsp:cNvSpPr/>
      </dsp:nvSpPr>
      <dsp:spPr>
        <a:xfrm>
          <a:off x="2129790" y="369043"/>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Solicitud (</a:t>
          </a:r>
          <a:r>
            <a:rPr lang="es-MX" sz="1600" kern="1200" dirty="0" err="1"/>
            <a:t>requests</a:t>
          </a:r>
          <a:r>
            <a:rPr lang="es-MX" sz="1600" kern="1200" dirty="0"/>
            <a:t>)</a:t>
          </a:r>
          <a:endParaRPr lang="es-CL" sz="1600" kern="1200" dirty="0"/>
        </a:p>
      </dsp:txBody>
      <dsp:txXfrm>
        <a:off x="2129790" y="369043"/>
        <a:ext cx="7776210" cy="335494"/>
      </dsp:txXfrm>
    </dsp:sp>
    <dsp:sp modelId="{A7388398-843A-422B-8750-86A129666AAD}">
      <dsp:nvSpPr>
        <dsp:cNvPr id="0" name=""/>
        <dsp:cNvSpPr/>
      </dsp:nvSpPr>
      <dsp:spPr>
        <a:xfrm>
          <a:off x="1981200" y="704537"/>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C3A6208-9C93-42AB-9992-19425A33CF92}">
      <dsp:nvSpPr>
        <dsp:cNvPr id="0" name=""/>
        <dsp:cNvSpPr/>
      </dsp:nvSpPr>
      <dsp:spPr>
        <a:xfrm>
          <a:off x="2129790" y="721312"/>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err="1"/>
            <a:t>Parseo</a:t>
          </a:r>
          <a:r>
            <a:rPr lang="es-MX" sz="1600" kern="1200" dirty="0"/>
            <a:t> (</a:t>
          </a:r>
          <a:r>
            <a:rPr lang="es-MX" sz="1600" kern="1200" dirty="0" err="1"/>
            <a:t>BeautifulSoup</a:t>
          </a:r>
          <a:r>
            <a:rPr lang="es-MX" sz="1600" kern="1200" dirty="0"/>
            <a:t>)</a:t>
          </a:r>
          <a:endParaRPr lang="es-CL" sz="1600" kern="1200" dirty="0"/>
        </a:p>
      </dsp:txBody>
      <dsp:txXfrm>
        <a:off x="2129790" y="721312"/>
        <a:ext cx="7776210" cy="335494"/>
      </dsp:txXfrm>
    </dsp:sp>
    <dsp:sp modelId="{0FC82EFC-6BCF-449A-905C-A015AAE5F84F}">
      <dsp:nvSpPr>
        <dsp:cNvPr id="0" name=""/>
        <dsp:cNvSpPr/>
      </dsp:nvSpPr>
      <dsp:spPr>
        <a:xfrm>
          <a:off x="1981200" y="1056806"/>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F69D2E8-E2AC-4A70-9FA2-4353C0B62B42}">
      <dsp:nvSpPr>
        <dsp:cNvPr id="0" name=""/>
        <dsp:cNvSpPr/>
      </dsp:nvSpPr>
      <dsp:spPr>
        <a:xfrm>
          <a:off x="2129790" y="1073581"/>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Extraer enlaces</a:t>
          </a:r>
          <a:endParaRPr lang="es-CL" sz="1600" kern="1200" dirty="0"/>
        </a:p>
      </dsp:txBody>
      <dsp:txXfrm>
        <a:off x="2129790" y="1073581"/>
        <a:ext cx="7776210" cy="335494"/>
      </dsp:txXfrm>
    </dsp:sp>
    <dsp:sp modelId="{F5442377-1DF1-4AF2-977D-199919973DB9}">
      <dsp:nvSpPr>
        <dsp:cNvPr id="0" name=""/>
        <dsp:cNvSpPr/>
      </dsp:nvSpPr>
      <dsp:spPr>
        <a:xfrm>
          <a:off x="1981200" y="1409075"/>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2A9F05-9EE7-41D7-B2AE-151AB6718E6A}">
      <dsp:nvSpPr>
        <dsp:cNvPr id="0" name=""/>
        <dsp:cNvSpPr/>
      </dsp:nvSpPr>
      <dsp:spPr>
        <a:xfrm>
          <a:off x="2129790" y="1425850"/>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Filtrar enlaces</a:t>
          </a:r>
          <a:endParaRPr lang="es-CL" sz="1600" kern="1200" dirty="0"/>
        </a:p>
      </dsp:txBody>
      <dsp:txXfrm>
        <a:off x="2129790" y="1425850"/>
        <a:ext cx="7776210" cy="335494"/>
      </dsp:txXfrm>
    </dsp:sp>
    <dsp:sp modelId="{F3EC554E-34AE-4FAD-BBE3-5A9FD969CEDD}">
      <dsp:nvSpPr>
        <dsp:cNvPr id="0" name=""/>
        <dsp:cNvSpPr/>
      </dsp:nvSpPr>
      <dsp:spPr>
        <a:xfrm>
          <a:off x="1981200" y="1761344"/>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42F832-7934-4617-BC42-E0507CE99C8B}">
      <dsp:nvSpPr>
        <dsp:cNvPr id="0" name=""/>
        <dsp:cNvSpPr/>
      </dsp:nvSpPr>
      <dsp:spPr>
        <a:xfrm>
          <a:off x="2129790" y="1778119"/>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Entrar a cada pagina</a:t>
          </a:r>
          <a:endParaRPr lang="es-CL" sz="1600" kern="1200" dirty="0"/>
        </a:p>
      </dsp:txBody>
      <dsp:txXfrm>
        <a:off x="2129790" y="1778119"/>
        <a:ext cx="7776210" cy="335494"/>
      </dsp:txXfrm>
    </dsp:sp>
    <dsp:sp modelId="{11159FD5-93DB-43F7-9C15-2B110E58126C}">
      <dsp:nvSpPr>
        <dsp:cNvPr id="0" name=""/>
        <dsp:cNvSpPr/>
      </dsp:nvSpPr>
      <dsp:spPr>
        <a:xfrm>
          <a:off x="1981200" y="2113613"/>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F10D12-AA0D-469C-82DF-85DCF581771D}">
      <dsp:nvSpPr>
        <dsp:cNvPr id="0" name=""/>
        <dsp:cNvSpPr/>
      </dsp:nvSpPr>
      <dsp:spPr>
        <a:xfrm>
          <a:off x="2129790" y="2130388"/>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Extraer datos</a:t>
          </a:r>
          <a:endParaRPr lang="es-CL" sz="1600" kern="1200" dirty="0"/>
        </a:p>
      </dsp:txBody>
      <dsp:txXfrm>
        <a:off x="2129790" y="2130388"/>
        <a:ext cx="7776210" cy="335494"/>
      </dsp:txXfrm>
    </dsp:sp>
    <dsp:sp modelId="{F222D780-5277-466B-8457-15978C6E888B}">
      <dsp:nvSpPr>
        <dsp:cNvPr id="0" name=""/>
        <dsp:cNvSpPr/>
      </dsp:nvSpPr>
      <dsp:spPr>
        <a:xfrm>
          <a:off x="1981200" y="2465882"/>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8BF47D-78E3-48ED-B0A8-3AFA8CA9E95F}">
      <dsp:nvSpPr>
        <dsp:cNvPr id="0" name=""/>
        <dsp:cNvSpPr/>
      </dsp:nvSpPr>
      <dsp:spPr>
        <a:xfrm>
          <a:off x="2129790" y="2482657"/>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Limpiar datos</a:t>
          </a:r>
          <a:endParaRPr lang="es-CL" sz="1600" kern="1200" dirty="0"/>
        </a:p>
      </dsp:txBody>
      <dsp:txXfrm>
        <a:off x="2129790" y="2482657"/>
        <a:ext cx="7776210" cy="335494"/>
      </dsp:txXfrm>
    </dsp:sp>
    <dsp:sp modelId="{2ABC2CD4-396C-4A43-A173-5D56FFC86D61}">
      <dsp:nvSpPr>
        <dsp:cNvPr id="0" name=""/>
        <dsp:cNvSpPr/>
      </dsp:nvSpPr>
      <dsp:spPr>
        <a:xfrm>
          <a:off x="1981200" y="2818151"/>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86C018-DBDF-4D70-B252-CD424569EF1F}">
      <dsp:nvSpPr>
        <dsp:cNvPr id="0" name=""/>
        <dsp:cNvSpPr/>
      </dsp:nvSpPr>
      <dsp:spPr>
        <a:xfrm>
          <a:off x="2129790" y="2834926"/>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Guardar (CSV/BD)</a:t>
          </a:r>
          <a:endParaRPr lang="es-CL" sz="1600" kern="1200" dirty="0"/>
        </a:p>
      </dsp:txBody>
      <dsp:txXfrm>
        <a:off x="2129790" y="2834926"/>
        <a:ext cx="7776210" cy="335494"/>
      </dsp:txXfrm>
    </dsp:sp>
    <dsp:sp modelId="{E414E473-2F3E-4BED-9084-34F8C9B3AB5E}">
      <dsp:nvSpPr>
        <dsp:cNvPr id="0" name=""/>
        <dsp:cNvSpPr/>
      </dsp:nvSpPr>
      <dsp:spPr>
        <a:xfrm>
          <a:off x="1981200" y="3170420"/>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06FD55-E50B-4C3E-A8BA-B8FAF7D23640}">
      <dsp:nvSpPr>
        <dsp:cNvPr id="0" name=""/>
        <dsp:cNvSpPr/>
      </dsp:nvSpPr>
      <dsp:spPr>
        <a:xfrm>
          <a:off x="2129790" y="3187194"/>
          <a:ext cx="7776210" cy="335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log</a:t>
          </a:r>
          <a:endParaRPr lang="es-CL" sz="1600" kern="1200" dirty="0"/>
        </a:p>
      </dsp:txBody>
      <dsp:txXfrm>
        <a:off x="2129790" y="3187194"/>
        <a:ext cx="7776210" cy="335494"/>
      </dsp:txXfrm>
    </dsp:sp>
    <dsp:sp modelId="{EFD15469-34B1-46E4-A737-73E467066BA2}">
      <dsp:nvSpPr>
        <dsp:cNvPr id="0" name=""/>
        <dsp:cNvSpPr/>
      </dsp:nvSpPr>
      <dsp:spPr>
        <a:xfrm>
          <a:off x="1981200" y="3522689"/>
          <a:ext cx="79248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CL"/>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CL"/>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CL"/>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CL"/>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2158E62-4F4D-471C-BCED-073E0EB6B02E}" type="datetimeFigureOut">
              <a:rPr lang="es-CL" smtClean="0"/>
              <a:t>02-05-2026</a:t>
            </a:fld>
            <a:endParaRPr lang="es-CL"/>
          </a:p>
        </p:txBody>
      </p:sp>
      <p:sp>
        <p:nvSpPr>
          <p:cNvPr id="5" name="Footer Placeholder 4"/>
          <p:cNvSpPr>
            <a:spLocks noGrp="1"/>
          </p:cNvSpPr>
          <p:nvPr>
            <p:ph type="ftr" sz="quarter" idx="11"/>
          </p:nvPr>
        </p:nvSpPr>
        <p:spPr>
          <a:xfrm>
            <a:off x="1876424" y="5410201"/>
            <a:ext cx="5124886" cy="365125"/>
          </a:xfrm>
        </p:spPr>
        <p:txBody>
          <a:bodyPr/>
          <a:lstStyle/>
          <a:p>
            <a:endParaRPr lang="es-CL"/>
          </a:p>
        </p:txBody>
      </p:sp>
      <p:sp>
        <p:nvSpPr>
          <p:cNvPr id="6" name="Slide Number Placeholder 5"/>
          <p:cNvSpPr>
            <a:spLocks noGrp="1"/>
          </p:cNvSpPr>
          <p:nvPr>
            <p:ph type="sldNum" sz="quarter" idx="12"/>
          </p:nvPr>
        </p:nvSpPr>
        <p:spPr>
          <a:xfrm>
            <a:off x="9896911" y="5410199"/>
            <a:ext cx="771089" cy="365125"/>
          </a:xfrm>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154905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158E62-4F4D-471C-BCED-073E0EB6B02E}" type="datetimeFigureOut">
              <a:rPr lang="es-CL" smtClean="0"/>
              <a:t>02-05-2026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946728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158E62-4F4D-471C-BCED-073E0EB6B02E}" type="datetimeFigureOut">
              <a:rPr lang="es-CL" smtClean="0"/>
              <a:t>02-05-2026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392988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2158E62-4F4D-471C-BCED-073E0EB6B02E}" type="datetimeFigureOut">
              <a:rPr lang="es-CL" smtClean="0"/>
              <a:t>02-05-2026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551253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2158E62-4F4D-471C-BCED-073E0EB6B02E}" type="datetimeFigureOut">
              <a:rPr lang="es-CL" smtClean="0"/>
              <a:t>02-05-2026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2925741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2158E62-4F4D-471C-BCED-073E0EB6B02E}" type="datetimeFigureOut">
              <a:rPr lang="es-CL" smtClean="0"/>
              <a:t>02-05-2026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264360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158E62-4F4D-471C-BCED-073E0EB6B02E}" type="datetimeFigureOut">
              <a:rPr lang="es-CL" smtClean="0"/>
              <a:t>02-05-2026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4137061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158E62-4F4D-471C-BCED-073E0EB6B02E}" type="datetimeFigureOut">
              <a:rPr lang="es-CL" smtClean="0"/>
              <a:t>02-05-2026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3366680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158E62-4F4D-471C-BCED-073E0EB6B02E}" type="datetimeFigureOut">
              <a:rPr lang="es-CL" smtClean="0"/>
              <a:t>02-05-2026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2951461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158E62-4F4D-471C-BCED-073E0EB6B02E}" type="datetimeFigureOut">
              <a:rPr lang="es-CL" smtClean="0"/>
              <a:t>02-05-2026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806503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158E62-4F4D-471C-BCED-073E0EB6B02E}" type="datetimeFigureOut">
              <a:rPr lang="es-CL" smtClean="0"/>
              <a:t>02-05-2026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3532102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158E62-4F4D-471C-BCED-073E0EB6B02E}" type="datetimeFigureOut">
              <a:rPr lang="es-CL" smtClean="0"/>
              <a:t>02-05-2026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6369C0EB-3C9C-4B63-A1D7-3C33B16B1ABB}" type="slidenum">
              <a:rPr lang="es-CL" smtClean="0"/>
              <a:t>‹Nº›</a:t>
            </a:fld>
            <a:endParaRPr lang="es-CL"/>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72008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158E62-4F4D-471C-BCED-073E0EB6B02E}" type="datetimeFigureOut">
              <a:rPr lang="es-CL" smtClean="0"/>
              <a:t>02-05-2026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3531453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2158E62-4F4D-471C-BCED-073E0EB6B02E}" type="datetimeFigureOut">
              <a:rPr lang="es-CL" smtClean="0"/>
              <a:t>02-05-2026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2179112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2158E62-4F4D-471C-BCED-073E0EB6B02E}" type="datetimeFigureOut">
              <a:rPr lang="es-CL" smtClean="0"/>
              <a:t>02-05-2026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3392010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158E62-4F4D-471C-BCED-073E0EB6B02E}" type="datetimeFigureOut">
              <a:rPr lang="es-CL" smtClean="0"/>
              <a:t>02-05-2026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947424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158E62-4F4D-471C-BCED-073E0EB6B02E}" type="datetimeFigureOut">
              <a:rPr lang="es-CL" smtClean="0"/>
              <a:t>02-05-2026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6369C0EB-3C9C-4B63-A1D7-3C33B16B1ABB}" type="slidenum">
              <a:rPr lang="es-CL" smtClean="0"/>
              <a:t>‹Nº›</a:t>
            </a:fld>
            <a:endParaRPr lang="es-CL"/>
          </a:p>
        </p:txBody>
      </p:sp>
    </p:spTree>
    <p:extLst>
      <p:ext uri="{BB962C8B-B14F-4D97-AF65-F5344CB8AC3E}">
        <p14:creationId xmlns:p14="http://schemas.microsoft.com/office/powerpoint/2010/main" val="1842963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CL"/>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CL"/>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CL"/>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CL"/>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CL"/>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2158E62-4F4D-471C-BCED-073E0EB6B02E}" type="datetimeFigureOut">
              <a:rPr lang="es-CL" smtClean="0"/>
              <a:t>02-05-2026</a:t>
            </a:fld>
            <a:endParaRPr lang="es-CL"/>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369C0EB-3C9C-4B63-A1D7-3C33B16B1ABB}" type="slidenum">
              <a:rPr lang="es-CL" smtClean="0"/>
              <a:t>‹Nº›</a:t>
            </a:fld>
            <a:endParaRPr lang="es-CL"/>
          </a:p>
        </p:txBody>
      </p:sp>
    </p:spTree>
    <p:extLst>
      <p:ext uri="{BB962C8B-B14F-4D97-AF65-F5344CB8AC3E}">
        <p14:creationId xmlns:p14="http://schemas.microsoft.com/office/powerpoint/2010/main" val="32479279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D92DC-3693-1453-D99A-44E6291D90FF}"/>
              </a:ext>
            </a:extLst>
          </p:cNvPr>
          <p:cNvSpPr>
            <a:spLocks noGrp="1"/>
          </p:cNvSpPr>
          <p:nvPr>
            <p:ph type="ctrTitle"/>
          </p:nvPr>
        </p:nvSpPr>
        <p:spPr/>
        <p:txBody>
          <a:bodyPr/>
          <a:lstStyle/>
          <a:p>
            <a:r>
              <a:rPr lang="es-MX" dirty="0"/>
              <a:t>Scraper en portal de noticias de la región de </a:t>
            </a:r>
            <a:r>
              <a:rPr lang="es-MX" dirty="0" err="1"/>
              <a:t>valaparaiso</a:t>
            </a:r>
            <a:r>
              <a:rPr lang="es-MX" dirty="0"/>
              <a:t>.</a:t>
            </a:r>
            <a:endParaRPr lang="es-CL" dirty="0"/>
          </a:p>
        </p:txBody>
      </p:sp>
      <p:sp>
        <p:nvSpPr>
          <p:cNvPr id="3" name="Subtítulo 2">
            <a:extLst>
              <a:ext uri="{FF2B5EF4-FFF2-40B4-BE49-F238E27FC236}">
                <a16:creationId xmlns:a16="http://schemas.microsoft.com/office/drawing/2014/main" id="{68771598-DDD5-5485-FD0D-0D10DE52283E}"/>
              </a:ext>
            </a:extLst>
          </p:cNvPr>
          <p:cNvSpPr>
            <a:spLocks noGrp="1"/>
          </p:cNvSpPr>
          <p:nvPr>
            <p:ph type="subTitle" idx="1"/>
          </p:nvPr>
        </p:nvSpPr>
        <p:spPr/>
        <p:txBody>
          <a:bodyPr/>
          <a:lstStyle/>
          <a:p>
            <a:r>
              <a:rPr lang="es-MX" dirty="0"/>
              <a:t>Edwin Pimentel vera</a:t>
            </a:r>
            <a:endParaRPr lang="es-CL" dirty="0"/>
          </a:p>
        </p:txBody>
      </p:sp>
    </p:spTree>
    <p:extLst>
      <p:ext uri="{BB962C8B-B14F-4D97-AF65-F5344CB8AC3E}">
        <p14:creationId xmlns:p14="http://schemas.microsoft.com/office/powerpoint/2010/main" val="1620866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E74C37-B685-F323-0304-70EE8D8B1A5C}"/>
              </a:ext>
            </a:extLst>
          </p:cNvPr>
          <p:cNvSpPr>
            <a:spLocks noGrp="1"/>
          </p:cNvSpPr>
          <p:nvPr>
            <p:ph type="title"/>
          </p:nvPr>
        </p:nvSpPr>
        <p:spPr/>
        <p:txBody>
          <a:bodyPr/>
          <a:lstStyle/>
          <a:p>
            <a:r>
              <a:rPr lang="es-MX" dirty="0"/>
              <a:t>Descripción del sitio</a:t>
            </a:r>
            <a:endParaRPr lang="es-CL" dirty="0"/>
          </a:p>
        </p:txBody>
      </p:sp>
      <p:sp>
        <p:nvSpPr>
          <p:cNvPr id="3" name="Marcador de contenido 2">
            <a:extLst>
              <a:ext uri="{FF2B5EF4-FFF2-40B4-BE49-F238E27FC236}">
                <a16:creationId xmlns:a16="http://schemas.microsoft.com/office/drawing/2014/main" id="{1362F4FB-C42E-DAB7-9668-2AC81248566A}"/>
              </a:ext>
            </a:extLst>
          </p:cNvPr>
          <p:cNvSpPr>
            <a:spLocks noGrp="1"/>
          </p:cNvSpPr>
          <p:nvPr>
            <p:ph idx="1"/>
          </p:nvPr>
        </p:nvSpPr>
        <p:spPr/>
        <p:txBody>
          <a:bodyPr/>
          <a:lstStyle/>
          <a:p>
            <a:pPr marL="0" indent="0">
              <a:buNone/>
            </a:pPr>
            <a:r>
              <a:rPr lang="es-MX" dirty="0"/>
              <a:t>El sitio web al que se le extraerá información de interés corresponde al portal de noticias de Radio Cooperativa en su sección de noticias de la V Region.  El portal ofrece una actualización diaria de noticias que presenta inmediatez en caso de ocurrir algún hecho noticioso importante lo que garantiza que se podrá recopilar datos de interés de manera frecuente.</a:t>
            </a:r>
          </a:p>
          <a:p>
            <a:pPr marL="0" indent="0">
              <a:buNone/>
            </a:pPr>
            <a:endParaRPr lang="es-CL" dirty="0"/>
          </a:p>
        </p:txBody>
      </p:sp>
    </p:spTree>
    <p:extLst>
      <p:ext uri="{BB962C8B-B14F-4D97-AF65-F5344CB8AC3E}">
        <p14:creationId xmlns:p14="http://schemas.microsoft.com/office/powerpoint/2010/main" val="158664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D1C2F-D7DB-3EB1-361F-6C550DAFC7A9}"/>
              </a:ext>
            </a:extLst>
          </p:cNvPr>
          <p:cNvSpPr>
            <a:spLocks noGrp="1"/>
          </p:cNvSpPr>
          <p:nvPr>
            <p:ph type="title"/>
          </p:nvPr>
        </p:nvSpPr>
        <p:spPr/>
        <p:txBody>
          <a:bodyPr/>
          <a:lstStyle/>
          <a:p>
            <a:r>
              <a:rPr lang="es-MX" dirty="0" err="1"/>
              <a:t>Urls</a:t>
            </a:r>
            <a:r>
              <a:rPr lang="es-MX" dirty="0"/>
              <a:t> semilla</a:t>
            </a:r>
            <a:endParaRPr lang="es-CL" dirty="0"/>
          </a:p>
        </p:txBody>
      </p:sp>
      <p:sp>
        <p:nvSpPr>
          <p:cNvPr id="3" name="Marcador de contenido 2">
            <a:extLst>
              <a:ext uri="{FF2B5EF4-FFF2-40B4-BE49-F238E27FC236}">
                <a16:creationId xmlns:a16="http://schemas.microsoft.com/office/drawing/2014/main" id="{81762D89-C49C-7E92-F516-B89787F01BBC}"/>
              </a:ext>
            </a:extLst>
          </p:cNvPr>
          <p:cNvSpPr>
            <a:spLocks noGrp="1"/>
          </p:cNvSpPr>
          <p:nvPr>
            <p:ph idx="1"/>
          </p:nvPr>
        </p:nvSpPr>
        <p:spPr/>
        <p:txBody>
          <a:bodyPr/>
          <a:lstStyle/>
          <a:p>
            <a:pPr marL="0" indent="0">
              <a:buNone/>
            </a:pPr>
            <a:r>
              <a:rPr lang="es-CL" sz="4000" dirty="0"/>
              <a:t> "https://www.cooperativa.cl/noticias/regiones/region-de-valparaiso</a:t>
            </a:r>
            <a:r>
              <a:rPr lang="es-CL" dirty="0"/>
              <a:t>"</a:t>
            </a:r>
          </a:p>
        </p:txBody>
      </p:sp>
    </p:spTree>
    <p:extLst>
      <p:ext uri="{BB962C8B-B14F-4D97-AF65-F5344CB8AC3E}">
        <p14:creationId xmlns:p14="http://schemas.microsoft.com/office/powerpoint/2010/main" val="397456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289FA3-A7A9-0890-DF17-16E48AB7D0C2}"/>
              </a:ext>
            </a:extLst>
          </p:cNvPr>
          <p:cNvSpPr>
            <a:spLocks noGrp="1"/>
          </p:cNvSpPr>
          <p:nvPr>
            <p:ph type="title"/>
          </p:nvPr>
        </p:nvSpPr>
        <p:spPr/>
        <p:txBody>
          <a:bodyPr/>
          <a:lstStyle/>
          <a:p>
            <a:r>
              <a:rPr lang="es-MX" dirty="0"/>
              <a:t>Datos de interés en pagina web</a:t>
            </a:r>
            <a:endParaRPr lang="es-CL" dirty="0"/>
          </a:p>
        </p:txBody>
      </p:sp>
      <p:sp>
        <p:nvSpPr>
          <p:cNvPr id="3" name="Marcador de contenido 2">
            <a:extLst>
              <a:ext uri="{FF2B5EF4-FFF2-40B4-BE49-F238E27FC236}">
                <a16:creationId xmlns:a16="http://schemas.microsoft.com/office/drawing/2014/main" id="{737B948D-5EA0-7167-B29F-727FB86CE058}"/>
              </a:ext>
            </a:extLst>
          </p:cNvPr>
          <p:cNvSpPr>
            <a:spLocks noGrp="1"/>
          </p:cNvSpPr>
          <p:nvPr>
            <p:ph idx="1"/>
          </p:nvPr>
        </p:nvSpPr>
        <p:spPr/>
        <p:txBody>
          <a:bodyPr/>
          <a:lstStyle/>
          <a:p>
            <a:r>
              <a:rPr lang="es-MX" dirty="0"/>
              <a:t>El portal ofrece noticias actualizadas del acontecer regional, deporte, información del tiempo. </a:t>
            </a:r>
          </a:p>
          <a:p>
            <a:endParaRPr lang="es-MX" dirty="0"/>
          </a:p>
          <a:p>
            <a:endParaRPr lang="es-CL" dirty="0"/>
          </a:p>
        </p:txBody>
      </p:sp>
    </p:spTree>
    <p:extLst>
      <p:ext uri="{BB962C8B-B14F-4D97-AF65-F5344CB8AC3E}">
        <p14:creationId xmlns:p14="http://schemas.microsoft.com/office/powerpoint/2010/main" val="4210101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2365F8-EB14-DDE4-9D7C-552760B5DC03}"/>
              </a:ext>
            </a:extLst>
          </p:cNvPr>
          <p:cNvSpPr>
            <a:spLocks noGrp="1"/>
          </p:cNvSpPr>
          <p:nvPr>
            <p:ph type="title"/>
          </p:nvPr>
        </p:nvSpPr>
        <p:spPr/>
        <p:txBody>
          <a:bodyPr/>
          <a:lstStyle/>
          <a:p>
            <a:r>
              <a:rPr lang="es-MX" dirty="0"/>
              <a:t>Tecnología utilizada</a:t>
            </a:r>
            <a:endParaRPr lang="es-CL" dirty="0"/>
          </a:p>
        </p:txBody>
      </p:sp>
      <p:sp>
        <p:nvSpPr>
          <p:cNvPr id="3" name="Marcador de contenido 2">
            <a:extLst>
              <a:ext uri="{FF2B5EF4-FFF2-40B4-BE49-F238E27FC236}">
                <a16:creationId xmlns:a16="http://schemas.microsoft.com/office/drawing/2014/main" id="{6DBD2746-9EBC-6AC1-3350-80088FFAF625}"/>
              </a:ext>
            </a:extLst>
          </p:cNvPr>
          <p:cNvSpPr>
            <a:spLocks noGrp="1"/>
          </p:cNvSpPr>
          <p:nvPr>
            <p:ph idx="1"/>
          </p:nvPr>
        </p:nvSpPr>
        <p:spPr/>
        <p:txBody>
          <a:bodyPr/>
          <a:lstStyle/>
          <a:p>
            <a:r>
              <a:rPr lang="es-MX" dirty="0"/>
              <a:t>Para </a:t>
            </a:r>
            <a:r>
              <a:rPr lang="es-MX" dirty="0" err="1"/>
              <a:t>webscraping</a:t>
            </a:r>
            <a:r>
              <a:rPr lang="es-MX" dirty="0"/>
              <a:t> se utilizó </a:t>
            </a:r>
            <a:r>
              <a:rPr lang="es-MX" dirty="0" err="1"/>
              <a:t>BeautifulSoup</a:t>
            </a:r>
            <a:endParaRPr lang="es-CL" dirty="0"/>
          </a:p>
        </p:txBody>
      </p:sp>
    </p:spTree>
    <p:extLst>
      <p:ext uri="{BB962C8B-B14F-4D97-AF65-F5344CB8AC3E}">
        <p14:creationId xmlns:p14="http://schemas.microsoft.com/office/powerpoint/2010/main" val="131788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A79B14-D6F0-5950-1F5D-0EC9655C6F8C}"/>
              </a:ext>
            </a:extLst>
          </p:cNvPr>
          <p:cNvSpPr>
            <a:spLocks noGrp="1"/>
          </p:cNvSpPr>
          <p:nvPr>
            <p:ph type="title"/>
          </p:nvPr>
        </p:nvSpPr>
        <p:spPr/>
        <p:txBody>
          <a:bodyPr/>
          <a:lstStyle/>
          <a:p>
            <a:r>
              <a:rPr lang="es-MX" dirty="0"/>
              <a:t>Estructura general del scraper</a:t>
            </a:r>
            <a:endParaRPr lang="es-CL" dirty="0"/>
          </a:p>
        </p:txBody>
      </p:sp>
      <p:graphicFrame>
        <p:nvGraphicFramePr>
          <p:cNvPr id="4" name="Marcador de contenido 3">
            <a:extLst>
              <a:ext uri="{FF2B5EF4-FFF2-40B4-BE49-F238E27FC236}">
                <a16:creationId xmlns:a16="http://schemas.microsoft.com/office/drawing/2014/main" id="{1D6CBDEE-011D-844F-869F-C8C73574260B}"/>
              </a:ext>
            </a:extLst>
          </p:cNvPr>
          <p:cNvGraphicFramePr>
            <a:graphicFrameLocks noGrp="1"/>
          </p:cNvGraphicFramePr>
          <p:nvPr>
            <p:ph idx="1"/>
            <p:extLst>
              <p:ext uri="{D42A27DB-BD31-4B8C-83A1-F6EECF244321}">
                <p14:modId xmlns:p14="http://schemas.microsoft.com/office/powerpoint/2010/main" val="3385605387"/>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6192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875F67-AD8E-E62A-4168-431E560266E2}"/>
              </a:ext>
            </a:extLst>
          </p:cNvPr>
          <p:cNvSpPr>
            <a:spLocks noGrp="1"/>
          </p:cNvSpPr>
          <p:nvPr>
            <p:ph type="title"/>
          </p:nvPr>
        </p:nvSpPr>
        <p:spPr/>
        <p:txBody>
          <a:bodyPr/>
          <a:lstStyle/>
          <a:p>
            <a:r>
              <a:rPr lang="es-MX" dirty="0"/>
              <a:t>Características de los datos</a:t>
            </a:r>
            <a:endParaRPr lang="es-CL" dirty="0"/>
          </a:p>
        </p:txBody>
      </p:sp>
      <p:graphicFrame>
        <p:nvGraphicFramePr>
          <p:cNvPr id="5" name="Marcador de contenido 4">
            <a:extLst>
              <a:ext uri="{FF2B5EF4-FFF2-40B4-BE49-F238E27FC236}">
                <a16:creationId xmlns:a16="http://schemas.microsoft.com/office/drawing/2014/main" id="{8397A98C-93CF-409C-69E3-477CEDAC7ED9}"/>
              </a:ext>
            </a:extLst>
          </p:cNvPr>
          <p:cNvGraphicFramePr>
            <a:graphicFrameLocks noGrp="1"/>
          </p:cNvGraphicFramePr>
          <p:nvPr>
            <p:ph idx="1"/>
            <p:extLst>
              <p:ext uri="{D42A27DB-BD31-4B8C-83A1-F6EECF244321}">
                <p14:modId xmlns:p14="http://schemas.microsoft.com/office/powerpoint/2010/main" val="2672110800"/>
              </p:ext>
            </p:extLst>
          </p:nvPr>
        </p:nvGraphicFramePr>
        <p:xfrm>
          <a:off x="1141413" y="2249488"/>
          <a:ext cx="9906000" cy="2595880"/>
        </p:xfrm>
        <a:graphic>
          <a:graphicData uri="http://schemas.openxmlformats.org/drawingml/2006/table">
            <a:tbl>
              <a:tblPr firstRow="1" bandRow="1">
                <a:tableStyleId>{073A0DAA-6AF3-43AB-8588-CEC1D06C72B9}</a:tableStyleId>
              </a:tblPr>
              <a:tblGrid>
                <a:gridCol w="3302000">
                  <a:extLst>
                    <a:ext uri="{9D8B030D-6E8A-4147-A177-3AD203B41FA5}">
                      <a16:colId xmlns:a16="http://schemas.microsoft.com/office/drawing/2014/main" val="655998684"/>
                    </a:ext>
                  </a:extLst>
                </a:gridCol>
                <a:gridCol w="3302000">
                  <a:extLst>
                    <a:ext uri="{9D8B030D-6E8A-4147-A177-3AD203B41FA5}">
                      <a16:colId xmlns:a16="http://schemas.microsoft.com/office/drawing/2014/main" val="2439894263"/>
                    </a:ext>
                  </a:extLst>
                </a:gridCol>
                <a:gridCol w="3302000">
                  <a:extLst>
                    <a:ext uri="{9D8B030D-6E8A-4147-A177-3AD203B41FA5}">
                      <a16:colId xmlns:a16="http://schemas.microsoft.com/office/drawing/2014/main" val="3986152122"/>
                    </a:ext>
                  </a:extLst>
                </a:gridCol>
              </a:tblGrid>
              <a:tr h="370840">
                <a:tc>
                  <a:txBody>
                    <a:bodyPr/>
                    <a:lstStyle/>
                    <a:p>
                      <a:r>
                        <a:rPr lang="es-MX" dirty="0"/>
                        <a:t>                    Campo</a:t>
                      </a:r>
                      <a:endParaRPr lang="es-CL" dirty="0"/>
                    </a:p>
                  </a:txBody>
                  <a:tcPr/>
                </a:tc>
                <a:tc>
                  <a:txBody>
                    <a:bodyPr/>
                    <a:lstStyle/>
                    <a:p>
                      <a:r>
                        <a:rPr lang="es-MX" dirty="0"/>
                        <a:t>               Tipo de dato</a:t>
                      </a:r>
                      <a:endParaRPr lang="es-CL" dirty="0"/>
                    </a:p>
                  </a:txBody>
                  <a:tcPr/>
                </a:tc>
                <a:tc>
                  <a:txBody>
                    <a:bodyPr/>
                    <a:lstStyle/>
                    <a:p>
                      <a:r>
                        <a:rPr lang="es-MX" dirty="0"/>
                        <a:t>               Descripción</a:t>
                      </a:r>
                      <a:endParaRPr lang="es-CL" dirty="0"/>
                    </a:p>
                  </a:txBody>
                  <a:tcPr/>
                </a:tc>
                <a:extLst>
                  <a:ext uri="{0D108BD9-81ED-4DB2-BD59-A6C34878D82A}">
                    <a16:rowId xmlns:a16="http://schemas.microsoft.com/office/drawing/2014/main" val="452657860"/>
                  </a:ext>
                </a:extLst>
              </a:tr>
              <a:tr h="370840">
                <a:tc>
                  <a:txBody>
                    <a:bodyPr/>
                    <a:lstStyle/>
                    <a:p>
                      <a:r>
                        <a:rPr lang="es-MX" dirty="0"/>
                        <a:t>Titulo</a:t>
                      </a:r>
                      <a:endParaRPr lang="es-CL" dirty="0"/>
                    </a:p>
                  </a:txBody>
                  <a:tcPr/>
                </a:tc>
                <a:tc>
                  <a:txBody>
                    <a:bodyPr/>
                    <a:lstStyle/>
                    <a:p>
                      <a:r>
                        <a:rPr lang="es-MX" dirty="0"/>
                        <a:t>String</a:t>
                      </a:r>
                      <a:endParaRPr lang="es-CL" dirty="0"/>
                    </a:p>
                  </a:txBody>
                  <a:tcPr/>
                </a:tc>
                <a:tc>
                  <a:txBody>
                    <a:bodyPr/>
                    <a:lstStyle/>
                    <a:p>
                      <a:r>
                        <a:rPr lang="es-MX" dirty="0"/>
                        <a:t>Titulo de la noticia</a:t>
                      </a:r>
                      <a:endParaRPr lang="es-CL" dirty="0"/>
                    </a:p>
                  </a:txBody>
                  <a:tcPr/>
                </a:tc>
                <a:extLst>
                  <a:ext uri="{0D108BD9-81ED-4DB2-BD59-A6C34878D82A}">
                    <a16:rowId xmlns:a16="http://schemas.microsoft.com/office/drawing/2014/main" val="1385799062"/>
                  </a:ext>
                </a:extLst>
              </a:tr>
              <a:tr h="370840">
                <a:tc>
                  <a:txBody>
                    <a:bodyPr/>
                    <a:lstStyle/>
                    <a:p>
                      <a:r>
                        <a:rPr lang="es-MX" dirty="0"/>
                        <a:t>Autores</a:t>
                      </a:r>
                      <a:endParaRPr lang="es-CL" dirty="0"/>
                    </a:p>
                  </a:txBody>
                  <a:tcPr/>
                </a:tc>
                <a:tc>
                  <a:txBody>
                    <a:bodyPr/>
                    <a:lstStyle/>
                    <a:p>
                      <a:r>
                        <a:rPr lang="es-MX" dirty="0"/>
                        <a:t>String</a:t>
                      </a:r>
                      <a:endParaRPr lang="es-CL" dirty="0"/>
                    </a:p>
                  </a:txBody>
                  <a:tcPr/>
                </a:tc>
                <a:tc>
                  <a:txBody>
                    <a:bodyPr/>
                    <a:lstStyle/>
                    <a:p>
                      <a:r>
                        <a:rPr lang="es-MX" dirty="0"/>
                        <a:t>Autor o fuente</a:t>
                      </a:r>
                      <a:endParaRPr lang="es-CL" dirty="0"/>
                    </a:p>
                  </a:txBody>
                  <a:tcPr/>
                </a:tc>
                <a:extLst>
                  <a:ext uri="{0D108BD9-81ED-4DB2-BD59-A6C34878D82A}">
                    <a16:rowId xmlns:a16="http://schemas.microsoft.com/office/drawing/2014/main" val="3403076936"/>
                  </a:ext>
                </a:extLst>
              </a:tr>
              <a:tr h="370840">
                <a:tc>
                  <a:txBody>
                    <a:bodyPr/>
                    <a:lstStyle/>
                    <a:p>
                      <a:r>
                        <a:rPr lang="es-MX" dirty="0"/>
                        <a:t>Resumen</a:t>
                      </a:r>
                      <a:endParaRPr lang="es-CL" dirty="0"/>
                    </a:p>
                  </a:txBody>
                  <a:tcPr/>
                </a:tc>
                <a:tc>
                  <a:txBody>
                    <a:bodyPr/>
                    <a:lstStyle/>
                    <a:p>
                      <a:r>
                        <a:rPr lang="es-MX" dirty="0"/>
                        <a:t>String</a:t>
                      </a:r>
                      <a:endParaRPr lang="es-CL" dirty="0"/>
                    </a:p>
                  </a:txBody>
                  <a:tcPr/>
                </a:tc>
                <a:tc>
                  <a:txBody>
                    <a:bodyPr/>
                    <a:lstStyle/>
                    <a:p>
                      <a:r>
                        <a:rPr lang="es-MX" dirty="0"/>
                        <a:t>Descripción breve</a:t>
                      </a:r>
                      <a:endParaRPr lang="es-CL" dirty="0"/>
                    </a:p>
                  </a:txBody>
                  <a:tcPr/>
                </a:tc>
                <a:extLst>
                  <a:ext uri="{0D108BD9-81ED-4DB2-BD59-A6C34878D82A}">
                    <a16:rowId xmlns:a16="http://schemas.microsoft.com/office/drawing/2014/main" val="3765601183"/>
                  </a:ext>
                </a:extLst>
              </a:tr>
              <a:tr h="370840">
                <a:tc>
                  <a:txBody>
                    <a:bodyPr/>
                    <a:lstStyle/>
                    <a:p>
                      <a:r>
                        <a:rPr lang="es-MX" dirty="0"/>
                        <a:t>Fecha</a:t>
                      </a:r>
                      <a:endParaRPr lang="es-CL" dirty="0"/>
                    </a:p>
                  </a:txBody>
                  <a:tcPr/>
                </a:tc>
                <a:tc>
                  <a:txBody>
                    <a:bodyPr/>
                    <a:lstStyle/>
                    <a:p>
                      <a:r>
                        <a:rPr lang="es-MX" dirty="0"/>
                        <a:t>String/Date</a:t>
                      </a:r>
                      <a:endParaRPr lang="es-CL" dirty="0"/>
                    </a:p>
                  </a:txBody>
                  <a:tcPr/>
                </a:tc>
                <a:tc>
                  <a:txBody>
                    <a:bodyPr/>
                    <a:lstStyle/>
                    <a:p>
                      <a:r>
                        <a:rPr lang="es-MX" dirty="0"/>
                        <a:t>Fecha de publicación</a:t>
                      </a:r>
                      <a:endParaRPr lang="es-CL" dirty="0"/>
                    </a:p>
                  </a:txBody>
                  <a:tcPr/>
                </a:tc>
                <a:extLst>
                  <a:ext uri="{0D108BD9-81ED-4DB2-BD59-A6C34878D82A}">
                    <a16:rowId xmlns:a16="http://schemas.microsoft.com/office/drawing/2014/main" val="2881972773"/>
                  </a:ext>
                </a:extLst>
              </a:tr>
              <a:tr h="370840">
                <a:tc>
                  <a:txBody>
                    <a:bodyPr/>
                    <a:lstStyle/>
                    <a:p>
                      <a:r>
                        <a:rPr lang="es-MX" dirty="0"/>
                        <a:t>Etiquetas</a:t>
                      </a:r>
                      <a:endParaRPr lang="es-CL" dirty="0"/>
                    </a:p>
                  </a:txBody>
                  <a:tcPr/>
                </a:tc>
                <a:tc>
                  <a:txBody>
                    <a:bodyPr/>
                    <a:lstStyle/>
                    <a:p>
                      <a:r>
                        <a:rPr lang="es-MX" dirty="0"/>
                        <a:t>Lista de String</a:t>
                      </a:r>
                      <a:endParaRPr lang="es-CL" dirty="0"/>
                    </a:p>
                  </a:txBody>
                  <a:tcPr/>
                </a:tc>
                <a:tc>
                  <a:txBody>
                    <a:bodyPr/>
                    <a:lstStyle/>
                    <a:p>
                      <a:r>
                        <a:rPr lang="es-MX" dirty="0"/>
                        <a:t>Categorías</a:t>
                      </a:r>
                      <a:endParaRPr lang="es-CL" dirty="0"/>
                    </a:p>
                  </a:txBody>
                  <a:tcPr/>
                </a:tc>
                <a:extLst>
                  <a:ext uri="{0D108BD9-81ED-4DB2-BD59-A6C34878D82A}">
                    <a16:rowId xmlns:a16="http://schemas.microsoft.com/office/drawing/2014/main" val="1855713592"/>
                  </a:ext>
                </a:extLst>
              </a:tr>
              <a:tr h="370840">
                <a:tc>
                  <a:txBody>
                    <a:bodyPr/>
                    <a:lstStyle/>
                    <a:p>
                      <a:r>
                        <a:rPr lang="es-MX" dirty="0"/>
                        <a:t>URL</a:t>
                      </a:r>
                      <a:endParaRPr lang="es-CL" dirty="0"/>
                    </a:p>
                  </a:txBody>
                  <a:tcPr/>
                </a:tc>
                <a:tc>
                  <a:txBody>
                    <a:bodyPr/>
                    <a:lstStyle/>
                    <a:p>
                      <a:r>
                        <a:rPr lang="es-MX" dirty="0"/>
                        <a:t>String</a:t>
                      </a:r>
                      <a:endParaRPr lang="es-CL" dirty="0"/>
                    </a:p>
                  </a:txBody>
                  <a:tcPr/>
                </a:tc>
                <a:tc>
                  <a:txBody>
                    <a:bodyPr/>
                    <a:lstStyle/>
                    <a:p>
                      <a:r>
                        <a:rPr lang="es-MX" dirty="0"/>
                        <a:t>Enlace de la noticia</a:t>
                      </a:r>
                      <a:endParaRPr lang="es-CL" dirty="0"/>
                    </a:p>
                  </a:txBody>
                  <a:tcPr/>
                </a:tc>
                <a:extLst>
                  <a:ext uri="{0D108BD9-81ED-4DB2-BD59-A6C34878D82A}">
                    <a16:rowId xmlns:a16="http://schemas.microsoft.com/office/drawing/2014/main" val="2251427195"/>
                  </a:ext>
                </a:extLst>
              </a:tr>
            </a:tbl>
          </a:graphicData>
        </a:graphic>
      </p:graphicFrame>
    </p:spTree>
    <p:extLst>
      <p:ext uri="{BB962C8B-B14F-4D97-AF65-F5344CB8AC3E}">
        <p14:creationId xmlns:p14="http://schemas.microsoft.com/office/powerpoint/2010/main" val="2565428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184408-822C-66DB-476A-CDFE608F8A08}"/>
              </a:ext>
            </a:extLst>
          </p:cNvPr>
          <p:cNvSpPr>
            <a:spLocks noGrp="1"/>
          </p:cNvSpPr>
          <p:nvPr>
            <p:ph type="title"/>
          </p:nvPr>
        </p:nvSpPr>
        <p:spPr/>
        <p:txBody>
          <a:bodyPr/>
          <a:lstStyle/>
          <a:p>
            <a:r>
              <a:rPr lang="es-MX" dirty="0"/>
              <a:t>Estadísticas de la base de datos</a:t>
            </a:r>
            <a:endParaRPr lang="es-CL" dirty="0"/>
          </a:p>
        </p:txBody>
      </p:sp>
      <p:sp>
        <p:nvSpPr>
          <p:cNvPr id="3" name="Marcador de contenido 2">
            <a:extLst>
              <a:ext uri="{FF2B5EF4-FFF2-40B4-BE49-F238E27FC236}">
                <a16:creationId xmlns:a16="http://schemas.microsoft.com/office/drawing/2014/main" id="{C964860B-43DE-3839-CAA2-606D55B40522}"/>
              </a:ext>
            </a:extLst>
          </p:cNvPr>
          <p:cNvSpPr>
            <a:spLocks noGrp="1"/>
          </p:cNvSpPr>
          <p:nvPr>
            <p:ph idx="1"/>
          </p:nvPr>
        </p:nvSpPr>
        <p:spPr/>
        <p:txBody>
          <a:bodyPr/>
          <a:lstStyle/>
          <a:p>
            <a:r>
              <a:rPr lang="es-MX" dirty="0"/>
              <a:t>El numero de registros obtenidos se calcula con </a:t>
            </a:r>
            <a:r>
              <a:rPr lang="es-CL" dirty="0"/>
              <a:t>len(lista_url) lo que representa la cantidad de noticias extraídas, es decir el numero de registros del dataset.</a:t>
            </a:r>
          </a:p>
          <a:p>
            <a:r>
              <a:rPr lang="es-CL" dirty="0"/>
              <a:t>Luego, lista_url.append(link) agrega una URL siempre que no esté repetida por lo que cada URL equivale a 1 noticia y a su vez cada noticia equivale a un registro.</a:t>
            </a:r>
          </a:p>
          <a:p>
            <a:r>
              <a:rPr lang="es-CL" dirty="0"/>
              <a:t>El resultado obtenido se muestra en:                                              </a:t>
            </a:r>
            <a:r>
              <a:rPr lang="es-CL" dirty="0" err="1"/>
              <a:t>print</a:t>
            </a:r>
            <a:r>
              <a:rPr lang="es-CL" dirty="0"/>
              <a:t>("Total de noticias extraídas:", len(lista_url))</a:t>
            </a:r>
          </a:p>
          <a:p>
            <a:endParaRPr lang="es-CL" dirty="0"/>
          </a:p>
          <a:p>
            <a:endParaRPr lang="es-CL" dirty="0"/>
          </a:p>
        </p:txBody>
      </p:sp>
    </p:spTree>
    <p:extLst>
      <p:ext uri="{BB962C8B-B14F-4D97-AF65-F5344CB8AC3E}">
        <p14:creationId xmlns:p14="http://schemas.microsoft.com/office/powerpoint/2010/main" val="11722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4D913D-0CF7-4C0C-9D4A-E2C0341A17E3}"/>
              </a:ext>
            </a:extLst>
          </p:cNvPr>
          <p:cNvSpPr>
            <a:spLocks noGrp="1"/>
          </p:cNvSpPr>
          <p:nvPr>
            <p:ph type="title"/>
          </p:nvPr>
        </p:nvSpPr>
        <p:spPr/>
        <p:txBody>
          <a:bodyPr/>
          <a:lstStyle/>
          <a:p>
            <a:r>
              <a:rPr lang="es-MX" dirty="0"/>
              <a:t>Conclusiones y recomendaciones.</a:t>
            </a:r>
            <a:endParaRPr lang="es-CL" dirty="0"/>
          </a:p>
        </p:txBody>
      </p:sp>
      <p:sp>
        <p:nvSpPr>
          <p:cNvPr id="3" name="Marcador de contenido 2">
            <a:extLst>
              <a:ext uri="{FF2B5EF4-FFF2-40B4-BE49-F238E27FC236}">
                <a16:creationId xmlns:a16="http://schemas.microsoft.com/office/drawing/2014/main" id="{F9A63049-2547-CC31-1FA2-F0F31C71FA3C}"/>
              </a:ext>
            </a:extLst>
          </p:cNvPr>
          <p:cNvSpPr>
            <a:spLocks noGrp="1"/>
          </p:cNvSpPr>
          <p:nvPr>
            <p:ph idx="1"/>
          </p:nvPr>
        </p:nvSpPr>
        <p:spPr>
          <a:xfrm>
            <a:off x="1141412" y="1654629"/>
            <a:ext cx="9905999" cy="4136572"/>
          </a:xfrm>
        </p:spPr>
        <p:txBody>
          <a:bodyPr>
            <a:normAutofit fontScale="85000" lnSpcReduction="10000"/>
          </a:bodyPr>
          <a:lstStyle/>
          <a:p>
            <a:pPr marL="0" indent="0">
              <a:buNone/>
            </a:pPr>
            <a:r>
              <a:rPr lang="es-MX" dirty="0"/>
              <a:t>El funcionamiento del scraper se puede entender como una serie de pasos que se repiten.</a:t>
            </a:r>
          </a:p>
          <a:p>
            <a:pPr>
              <a:buFontTx/>
              <a:buChar char="-"/>
            </a:pPr>
            <a:r>
              <a:rPr lang="es-CL" dirty="0"/>
              <a:t>URL Semilla</a:t>
            </a:r>
          </a:p>
          <a:p>
            <a:pPr>
              <a:buFontTx/>
              <a:buChar char="-"/>
            </a:pPr>
            <a:r>
              <a:rPr lang="es-CL" dirty="0"/>
              <a:t> Extracción de enlaces</a:t>
            </a:r>
          </a:p>
          <a:p>
            <a:pPr>
              <a:buFontTx/>
              <a:buChar char="-"/>
            </a:pPr>
            <a:r>
              <a:rPr lang="es-CL" dirty="0"/>
              <a:t> Filtrado</a:t>
            </a:r>
          </a:p>
          <a:p>
            <a:pPr>
              <a:buFontTx/>
              <a:buChar char="-"/>
            </a:pPr>
            <a:r>
              <a:rPr lang="es-CL" dirty="0"/>
              <a:t> Acceso a cada noticia</a:t>
            </a:r>
          </a:p>
          <a:p>
            <a:pPr>
              <a:buFontTx/>
              <a:buChar char="-"/>
            </a:pPr>
            <a:r>
              <a:rPr lang="es-CL" dirty="0"/>
              <a:t> Extracción de datos</a:t>
            </a:r>
          </a:p>
          <a:p>
            <a:pPr>
              <a:buFontTx/>
              <a:buChar char="-"/>
            </a:pPr>
            <a:r>
              <a:rPr lang="es-MX" dirty="0"/>
              <a:t> Almacenamiento</a:t>
            </a:r>
          </a:p>
          <a:p>
            <a:pPr marL="0" indent="0">
              <a:buNone/>
            </a:pPr>
            <a:r>
              <a:rPr lang="es-MX" dirty="0"/>
              <a:t>Como recomendación, en vez de almacenar en CSV se podría hacer en SQLite y obtener asi mayor escalabilidad.</a:t>
            </a:r>
          </a:p>
        </p:txBody>
      </p:sp>
    </p:spTree>
    <p:extLst>
      <p:ext uri="{BB962C8B-B14F-4D97-AF65-F5344CB8AC3E}">
        <p14:creationId xmlns:p14="http://schemas.microsoft.com/office/powerpoint/2010/main" val="20452187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TM04033919[[fn=Circuito]]</Template>
  <TotalTime>101</TotalTime>
  <Words>359</Words>
  <Application>Microsoft Office PowerPoint</Application>
  <PresentationFormat>Panorámica</PresentationFormat>
  <Paragraphs>57</Paragraphs>
  <Slides>9</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9</vt:i4>
      </vt:variant>
    </vt:vector>
  </HeadingPairs>
  <TitlesOfParts>
    <vt:vector size="12" baseType="lpstr">
      <vt:lpstr>Arial</vt:lpstr>
      <vt:lpstr>Tw Cen MT</vt:lpstr>
      <vt:lpstr>Circuito</vt:lpstr>
      <vt:lpstr>Scraper en portal de noticias de la región de valaparaiso.</vt:lpstr>
      <vt:lpstr>Descripción del sitio</vt:lpstr>
      <vt:lpstr>Urls semilla</vt:lpstr>
      <vt:lpstr>Datos de interés en pagina web</vt:lpstr>
      <vt:lpstr>Tecnología utilizada</vt:lpstr>
      <vt:lpstr>Estructura general del scraper</vt:lpstr>
      <vt:lpstr>Características de los datos</vt:lpstr>
      <vt:lpstr>Estadísticas de la base de datos</vt:lpstr>
      <vt:lpstr>Conclusiones y 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Edwin Pimentel</dc:creator>
  <cp:lastModifiedBy>Edwin Pimentel</cp:lastModifiedBy>
  <cp:revision>1</cp:revision>
  <dcterms:created xsi:type="dcterms:W3CDTF">2026-05-03T03:45:58Z</dcterms:created>
  <dcterms:modified xsi:type="dcterms:W3CDTF">2026-05-03T05:27:47Z</dcterms:modified>
</cp:coreProperties>
</file>